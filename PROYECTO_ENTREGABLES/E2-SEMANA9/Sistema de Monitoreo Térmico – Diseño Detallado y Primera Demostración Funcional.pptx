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20104100" cy="11309350"/>
  <p:notesSz cx="7772400" cy="100584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 object 16"/>
          <p:cNvPicPr/>
          <p:nvPr/>
        </p:nvPicPr>
        <p:blipFill>
          <a:blip r:embed="rId2"/>
          <a:stretch/>
        </p:blipFill>
        <p:spPr>
          <a:xfrm>
            <a:off x="0" y="0"/>
            <a:ext cx="20103840" cy="12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507680" y="3506040"/>
            <a:ext cx="17088120" cy="64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42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42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del texto de título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6835320" y="10517760"/>
            <a:ext cx="6432840" cy="5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1005120" y="10517760"/>
            <a:ext cx="4623480" cy="5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14474880" y="10517760"/>
            <a:ext cx="4623480" cy="5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DC0DA1B-A9E0-444B-8C40-EE6474A63531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g object 16"/>
          <p:cNvPicPr/>
          <p:nvPr/>
        </p:nvPicPr>
        <p:blipFill>
          <a:blip r:embed="rId2"/>
          <a:stretch/>
        </p:blipFill>
        <p:spPr>
          <a:xfrm>
            <a:off x="0" y="0"/>
            <a:ext cx="20103840" cy="12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220400" y="857520"/>
            <a:ext cx="13772880" cy="77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42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42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del texto de título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237680" y="3993120"/>
            <a:ext cx="9117000" cy="234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 texto del esquema</a:t>
            </a: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Segundo nivel del esquema</a:t>
            </a: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Tercer nivel del esquema</a:t>
            </a: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Cuarto nivel del esquema</a:t>
            </a: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nivel del esquema</a:t>
            </a: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Sexto nivel del esquema</a:t>
            </a: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Séptimo nivel del esquema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ftr" idx="4"/>
          </p:nvPr>
        </p:nvSpPr>
        <p:spPr>
          <a:xfrm>
            <a:off x="6835320" y="10517760"/>
            <a:ext cx="6432840" cy="5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dt" idx="5"/>
          </p:nvPr>
        </p:nvSpPr>
        <p:spPr>
          <a:xfrm>
            <a:off x="1005120" y="10517760"/>
            <a:ext cx="4623480" cy="5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14474880" y="10517760"/>
            <a:ext cx="4623480" cy="5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23F1B7A-9EEF-48B3-AB35-26F5D728642B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g object 16"/>
          <p:cNvPicPr/>
          <p:nvPr/>
        </p:nvPicPr>
        <p:blipFill>
          <a:blip r:embed="rId2"/>
          <a:stretch/>
        </p:blipFill>
        <p:spPr>
          <a:xfrm>
            <a:off x="0" y="0"/>
            <a:ext cx="20103840" cy="12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220400" y="857520"/>
            <a:ext cx="13772880" cy="77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42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42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del texto de título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1005120" y="2601000"/>
            <a:ext cx="8744760" cy="277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 texto del esquema</a:t>
            </a: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Segundo nivel del esquema</a:t>
            </a: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Tercer nivel del esquema</a:t>
            </a: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Cuarto nivel del esquema</a:t>
            </a: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nivel del esquema</a:t>
            </a: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Sexto nivel del esquema</a:t>
            </a: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Séptimo nivel del esquema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10353600" y="2601000"/>
            <a:ext cx="8744760" cy="277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 texto del esquema</a:t>
            </a: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Segundo nivel del esquema</a:t>
            </a: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Tercer nivel del esquema</a:t>
            </a: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Cuarto nivel del esquema</a:t>
            </a: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nivel del esquema</a:t>
            </a: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Sexto nivel del esquema</a:t>
            </a: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Séptimo nivel del esquema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ftr" idx="7"/>
          </p:nvPr>
        </p:nvSpPr>
        <p:spPr>
          <a:xfrm>
            <a:off x="6835320" y="10517760"/>
            <a:ext cx="6432840" cy="5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dt" idx="8"/>
          </p:nvPr>
        </p:nvSpPr>
        <p:spPr>
          <a:xfrm>
            <a:off x="1005120" y="10517760"/>
            <a:ext cx="4623480" cy="5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" name="PlaceHolder 6"/>
          <p:cNvSpPr>
            <a:spLocks noGrp="1"/>
          </p:cNvSpPr>
          <p:nvPr>
            <p:ph type="sldNum" idx="9"/>
          </p:nvPr>
        </p:nvSpPr>
        <p:spPr>
          <a:xfrm>
            <a:off x="14474880" y="10517760"/>
            <a:ext cx="4623480" cy="5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D9B1F74-83ED-4CA8-B1FA-F076E566A211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g object 16"/>
          <p:cNvPicPr/>
          <p:nvPr/>
        </p:nvPicPr>
        <p:blipFill>
          <a:blip r:embed="rId2"/>
          <a:stretch/>
        </p:blipFill>
        <p:spPr>
          <a:xfrm>
            <a:off x="0" y="0"/>
            <a:ext cx="20103840" cy="12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220400" y="857520"/>
            <a:ext cx="13772880" cy="77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42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42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del texto de título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ftr" idx="10"/>
          </p:nvPr>
        </p:nvSpPr>
        <p:spPr>
          <a:xfrm>
            <a:off x="6835320" y="10517760"/>
            <a:ext cx="6432840" cy="5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1"/>
          </p:nvPr>
        </p:nvSpPr>
        <p:spPr>
          <a:xfrm>
            <a:off x="1005120" y="10517760"/>
            <a:ext cx="4623480" cy="5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14474880" y="10517760"/>
            <a:ext cx="4623480" cy="5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25F6769-E2EB-46E8-A163-5E79B4101DF7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g object 16" hidden="1"/>
          <p:cNvPicPr/>
          <p:nvPr/>
        </p:nvPicPr>
        <p:blipFill>
          <a:blip r:embed="rId2"/>
          <a:stretch/>
        </p:blipFill>
        <p:spPr>
          <a:xfrm>
            <a:off x="0" y="0"/>
            <a:ext cx="20103840" cy="12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bg object 16"/>
          <p:cNvPicPr/>
          <p:nvPr/>
        </p:nvPicPr>
        <p:blipFill>
          <a:blip r:embed="rId3"/>
          <a:stretch/>
        </p:blipFill>
        <p:spPr>
          <a:xfrm>
            <a:off x="0" y="0"/>
            <a:ext cx="20103840" cy="12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bg object 17"/>
          <p:cNvPicPr/>
          <p:nvPr/>
        </p:nvPicPr>
        <p:blipFill>
          <a:blip r:embed="rId4"/>
          <a:stretch/>
        </p:blipFill>
        <p:spPr>
          <a:xfrm>
            <a:off x="1256400" y="1303560"/>
            <a:ext cx="7679880" cy="4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ftr" idx="13"/>
          </p:nvPr>
        </p:nvSpPr>
        <p:spPr>
          <a:xfrm>
            <a:off x="6835320" y="10517760"/>
            <a:ext cx="6432840" cy="5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dt" idx="14"/>
          </p:nvPr>
        </p:nvSpPr>
        <p:spPr>
          <a:xfrm>
            <a:off x="1005120" y="10517760"/>
            <a:ext cx="4623480" cy="5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sldNum" idx="15"/>
          </p:nvPr>
        </p:nvSpPr>
        <p:spPr>
          <a:xfrm>
            <a:off x="14474880" y="10517760"/>
            <a:ext cx="4623480" cy="5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8ACC975-E7A2-4A89-A253-FE5732557FBF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title"/>
          </p:nvPr>
        </p:nvSpPr>
        <p:spPr>
          <a:xfrm>
            <a:off x="1005120" y="451080"/>
            <a:ext cx="18093240" cy="188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del texto de título</a:t>
            </a: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1005120" y="2646360"/>
            <a:ext cx="18093240" cy="655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Pulse para editar el formato de texto del esquema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Segundo nivel del esquema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Tercer nivel del esquema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Cuarto nivel del esquema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nivel del esquema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Sexto nivel del esquema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Séptimo nivel del esquema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jpeg"/><Relationship Id="rId18" Type="http://schemas.openxmlformats.org/officeDocument/2006/relationships/image" Target="../media/image29.jpeg"/><Relationship Id="rId3" Type="http://schemas.openxmlformats.org/officeDocument/2006/relationships/image" Target="../media/image1.png"/><Relationship Id="rId21" Type="http://schemas.openxmlformats.org/officeDocument/2006/relationships/image" Target="../media/image32.jpe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jpeg"/><Relationship Id="rId2" Type="http://schemas.openxmlformats.org/officeDocument/2006/relationships/image" Target="../media/image14.png"/><Relationship Id="rId16" Type="http://schemas.openxmlformats.org/officeDocument/2006/relationships/image" Target="../media/image27.jpeg"/><Relationship Id="rId20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11" Type="http://schemas.openxmlformats.org/officeDocument/2006/relationships/image" Target="../media/image22.png"/><Relationship Id="rId5" Type="http://schemas.openxmlformats.org/officeDocument/2006/relationships/image" Target="../media/image16.jpeg"/><Relationship Id="rId15" Type="http://schemas.openxmlformats.org/officeDocument/2006/relationships/image" Target="../media/image26.jpeg"/><Relationship Id="rId10" Type="http://schemas.openxmlformats.org/officeDocument/2006/relationships/image" Target="../media/image21.jpeg"/><Relationship Id="rId19" Type="http://schemas.openxmlformats.org/officeDocument/2006/relationships/image" Target="../media/image30.jpeg"/><Relationship Id="rId4" Type="http://schemas.openxmlformats.org/officeDocument/2006/relationships/image" Target="../media/image15.jpeg"/><Relationship Id="rId9" Type="http://schemas.openxmlformats.org/officeDocument/2006/relationships/image" Target="../media/image20.jpeg"/><Relationship Id="rId14" Type="http://schemas.openxmlformats.org/officeDocument/2006/relationships/image" Target="../media/image2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2"/>
          <p:cNvSpPr/>
          <p:nvPr/>
        </p:nvSpPr>
        <p:spPr>
          <a:xfrm>
            <a:off x="3370320" y="1777320"/>
            <a:ext cx="4703760" cy="28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8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US" sz="165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Facultad</a:t>
            </a:r>
            <a:r>
              <a:rPr lang="en-US" sz="165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de </a:t>
            </a:r>
            <a:r>
              <a:rPr lang="en-US" sz="165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Ingeniería</a:t>
            </a:r>
            <a:r>
              <a:rPr lang="en-US" sz="165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Industrial y de </a:t>
            </a:r>
            <a:r>
              <a:rPr lang="en-US" sz="165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Sistemas</a:t>
            </a:r>
            <a:endParaRPr lang="en-US" sz="16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object 3"/>
          <p:cNvSpPr/>
          <p:nvPr/>
        </p:nvSpPr>
        <p:spPr>
          <a:xfrm>
            <a:off x="15254640" y="1554120"/>
            <a:ext cx="3553200" cy="37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7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13"/>
              </a:spcBef>
            </a:pPr>
            <a:r>
              <a:rPr lang="en-US" sz="2300" b="0" u="none" strike="noStrike" spc="-264">
                <a:solidFill>
                  <a:srgbClr val="000000"/>
                </a:solidFill>
                <a:effectLst/>
                <a:uFillTx/>
                <a:latin typeface="Arial MT"/>
              </a:rPr>
              <a:t>TRABAJO</a:t>
            </a:r>
            <a:r>
              <a:rPr lang="en-US" sz="2300" b="0" u="none" strike="noStrike" spc="85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275">
                <a:solidFill>
                  <a:srgbClr val="000000"/>
                </a:solidFill>
                <a:effectLst/>
                <a:uFillTx/>
                <a:latin typeface="Arial MT"/>
              </a:rPr>
              <a:t>DE</a:t>
            </a:r>
            <a:r>
              <a:rPr lang="en-US" sz="23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264">
                <a:solidFill>
                  <a:srgbClr val="000000"/>
                </a:solidFill>
                <a:effectLst/>
                <a:uFillTx/>
                <a:latin typeface="Arial MT"/>
              </a:rPr>
              <a:t>INVESTIGACIÓN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object 4"/>
          <p:cNvSpPr/>
          <p:nvPr/>
        </p:nvSpPr>
        <p:spPr>
          <a:xfrm>
            <a:off x="2476080" y="4088520"/>
            <a:ext cx="15101280" cy="293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algn="ctr">
              <a:lnSpc>
                <a:spcPts val="5094"/>
              </a:lnSpc>
              <a:spcBef>
                <a:spcPts val="99"/>
              </a:spcBef>
            </a:pPr>
            <a:r>
              <a:rPr lang="en-US" sz="4250" b="0" u="none" strike="noStrike" spc="-326" dirty="0">
                <a:solidFill>
                  <a:srgbClr val="003F87"/>
                </a:solidFill>
                <a:effectLst/>
                <a:uFillTx/>
                <a:latin typeface="Arial MT"/>
              </a:rPr>
              <a:t>SISTEMA</a:t>
            </a:r>
            <a:r>
              <a:rPr lang="en-US" sz="4250" b="0" u="none" strike="noStrike" spc="60" dirty="0">
                <a:solidFill>
                  <a:srgbClr val="003F87"/>
                </a:solidFill>
                <a:effectLst/>
                <a:uFillTx/>
                <a:latin typeface="Arial MT"/>
              </a:rPr>
              <a:t> </a:t>
            </a:r>
            <a:r>
              <a:rPr lang="en-US" sz="4250" b="0" u="none" strike="noStrike" spc="-145" dirty="0">
                <a:solidFill>
                  <a:srgbClr val="003F85"/>
                </a:solidFill>
                <a:effectLst/>
                <a:uFillTx/>
                <a:latin typeface="Arial MT"/>
              </a:rPr>
              <a:t>MULTIZONA</a:t>
            </a:r>
            <a:r>
              <a:rPr lang="en-US" sz="4250" b="0" u="none" strike="noStrike" spc="275" dirty="0">
                <a:solidFill>
                  <a:srgbClr val="003F85"/>
                </a:solidFill>
                <a:effectLst/>
                <a:uFillTx/>
                <a:latin typeface="Arial MT"/>
              </a:rPr>
              <a:t> </a:t>
            </a:r>
            <a:r>
              <a:rPr lang="en-US" sz="4250" b="0" u="none" strike="noStrike" spc="-510" dirty="0">
                <a:solidFill>
                  <a:srgbClr val="003F82"/>
                </a:solidFill>
                <a:effectLst/>
                <a:uFillTx/>
                <a:latin typeface="Arial MT"/>
              </a:rPr>
              <a:t>DE</a:t>
            </a:r>
            <a:r>
              <a:rPr lang="en-US" sz="4250" b="0" u="none" strike="noStrike" spc="-190" dirty="0">
                <a:solidFill>
                  <a:srgbClr val="003F82"/>
                </a:solidFill>
                <a:effectLst/>
                <a:uFillTx/>
                <a:latin typeface="Arial MT"/>
              </a:rPr>
              <a:t> </a:t>
            </a:r>
            <a:r>
              <a:rPr lang="en-US" sz="4250" b="0" u="none" strike="noStrike" spc="-269" dirty="0">
                <a:solidFill>
                  <a:srgbClr val="033F77"/>
                </a:solidFill>
                <a:effectLst/>
                <a:uFillTx/>
                <a:latin typeface="Arial MT"/>
              </a:rPr>
              <a:t>MONITOREO</a:t>
            </a:r>
            <a:r>
              <a:rPr lang="en-US" sz="4250" b="0" u="none" strike="noStrike" spc="241" dirty="0">
                <a:solidFill>
                  <a:srgbClr val="033F77"/>
                </a:solidFill>
                <a:effectLst/>
                <a:uFillTx/>
                <a:latin typeface="Arial MT"/>
              </a:rPr>
              <a:t> </a:t>
            </a:r>
            <a:r>
              <a:rPr lang="en-US" sz="4250" b="0" u="none" strike="noStrike" spc="-261" dirty="0">
                <a:solidFill>
                  <a:srgbClr val="013D8A"/>
                </a:solidFill>
                <a:effectLst/>
                <a:uFillTx/>
                <a:latin typeface="Arial MT"/>
              </a:rPr>
              <a:t>TÉRMICO</a:t>
            </a:r>
            <a:r>
              <a:rPr lang="en-US" sz="4250" b="0" u="none" strike="noStrike" spc="6" dirty="0">
                <a:solidFill>
                  <a:srgbClr val="013D8A"/>
                </a:solidFill>
                <a:effectLst/>
                <a:uFillTx/>
                <a:latin typeface="Arial MT"/>
              </a:rPr>
              <a:t> </a:t>
            </a:r>
            <a:r>
              <a:rPr lang="en-US" sz="4250" b="0" u="none" strike="noStrike" spc="-286" dirty="0">
                <a:solidFill>
                  <a:srgbClr val="00428A"/>
                </a:solidFill>
                <a:effectLst/>
                <a:uFillTx/>
                <a:latin typeface="Arial MT"/>
              </a:rPr>
              <a:t>Y</a:t>
            </a:r>
            <a:r>
              <a:rPr lang="en-US" sz="4250" b="0" u="none" strike="noStrike" spc="-230" dirty="0">
                <a:solidFill>
                  <a:srgbClr val="00428A"/>
                </a:solidFill>
                <a:effectLst/>
                <a:uFillTx/>
                <a:latin typeface="Arial MT"/>
              </a:rPr>
              <a:t> </a:t>
            </a:r>
            <a:r>
              <a:rPr lang="en-US" sz="4250" b="0" u="none" strike="noStrike" spc="-354" dirty="0">
                <a:solidFill>
                  <a:srgbClr val="014285"/>
                </a:solidFill>
                <a:effectLst/>
                <a:uFillTx/>
                <a:latin typeface="Arial MT"/>
              </a:rPr>
              <a:t>SEGURIDAD</a:t>
            </a:r>
            <a:endParaRPr lang="en-US" sz="4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4864"/>
              </a:lnSpc>
            </a:pPr>
            <a:r>
              <a:rPr lang="en-US" sz="4350" b="0" u="none" strike="noStrike" spc="-300" dirty="0">
                <a:solidFill>
                  <a:srgbClr val="003F7E"/>
                </a:solidFill>
                <a:effectLst/>
                <a:uFillTx/>
                <a:latin typeface="Arial MT"/>
              </a:rPr>
              <a:t>PARA</a:t>
            </a:r>
            <a:r>
              <a:rPr lang="en-US" sz="4350" b="0" u="none" strike="noStrike" spc="119" dirty="0">
                <a:solidFill>
                  <a:srgbClr val="003F7E"/>
                </a:solidFill>
                <a:effectLst/>
                <a:uFillTx/>
                <a:latin typeface="Arial MT"/>
              </a:rPr>
              <a:t> </a:t>
            </a:r>
            <a:r>
              <a:rPr lang="en-US" sz="4350" b="0" u="none" strike="noStrike" spc="-215" dirty="0">
                <a:solidFill>
                  <a:srgbClr val="003F89"/>
                </a:solidFill>
                <a:effectLst/>
                <a:uFillTx/>
                <a:latin typeface="Arial MT"/>
              </a:rPr>
              <a:t>ALMACENAMIENTO</a:t>
            </a:r>
            <a:r>
              <a:rPr lang="en-US" sz="4350" b="0" u="none" strike="noStrike" spc="-479" dirty="0">
                <a:solidFill>
                  <a:srgbClr val="003F89"/>
                </a:solidFill>
                <a:effectLst/>
                <a:uFillTx/>
                <a:latin typeface="Arial MT"/>
              </a:rPr>
              <a:t> </a:t>
            </a:r>
            <a:r>
              <a:rPr lang="en-US" sz="4350" b="0" u="none" strike="noStrike" spc="-581" dirty="0">
                <a:solidFill>
                  <a:srgbClr val="003F79"/>
                </a:solidFill>
                <a:effectLst/>
                <a:uFillTx/>
                <a:latin typeface="Arial MT"/>
              </a:rPr>
              <a:t>DE</a:t>
            </a:r>
            <a:r>
              <a:rPr lang="en-US" sz="4350" b="0" u="none" strike="noStrike" spc="-14" dirty="0">
                <a:solidFill>
                  <a:srgbClr val="003F79"/>
                </a:solidFill>
                <a:effectLst/>
                <a:uFillTx/>
                <a:latin typeface="Arial MT"/>
              </a:rPr>
              <a:t> </a:t>
            </a:r>
            <a:r>
              <a:rPr lang="en-US" sz="4350" b="0" u="none" strike="noStrike" spc="-340" dirty="0">
                <a:solidFill>
                  <a:srgbClr val="033F7B"/>
                </a:solidFill>
                <a:effectLst/>
                <a:uFillTx/>
                <a:latin typeface="Arial MT"/>
              </a:rPr>
              <a:t>ALIMENTOS</a:t>
            </a:r>
            <a:r>
              <a:rPr lang="en-US" sz="4350" b="0" u="none" strike="noStrike" spc="26" dirty="0">
                <a:solidFill>
                  <a:srgbClr val="033F7B"/>
                </a:solidFill>
                <a:effectLst/>
                <a:uFillTx/>
                <a:latin typeface="Arial MT"/>
              </a:rPr>
              <a:t> </a:t>
            </a:r>
            <a:r>
              <a:rPr lang="en-US" sz="4350" b="0" u="none" strike="noStrike" spc="-459" dirty="0">
                <a:solidFill>
                  <a:srgbClr val="00417E"/>
                </a:solidFill>
                <a:effectLst/>
                <a:uFillTx/>
                <a:latin typeface="Arial MT"/>
              </a:rPr>
              <a:t>EN</a:t>
            </a:r>
            <a:r>
              <a:rPr lang="en-US" sz="4350" b="0" u="none" strike="noStrike" spc="-306" dirty="0">
                <a:solidFill>
                  <a:srgbClr val="00417E"/>
                </a:solidFill>
                <a:effectLst/>
                <a:uFillTx/>
                <a:latin typeface="Arial MT"/>
              </a:rPr>
              <a:t> </a:t>
            </a:r>
            <a:r>
              <a:rPr lang="en-US" sz="4350" b="0" u="none" strike="noStrike" spc="-451" dirty="0">
                <a:solidFill>
                  <a:srgbClr val="033D75"/>
                </a:solidFill>
                <a:effectLst/>
                <a:uFillTx/>
                <a:latin typeface="Arial MT"/>
              </a:rPr>
              <a:t>ENTORNOS</a:t>
            </a:r>
            <a:endParaRPr lang="en-US" sz="4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5530"/>
              </a:lnSpc>
            </a:pPr>
            <a:r>
              <a:rPr lang="en-US" sz="4900" b="0" u="none" strike="noStrike" spc="-309" dirty="0">
                <a:solidFill>
                  <a:srgbClr val="00447B"/>
                </a:solidFill>
                <a:effectLst/>
                <a:uFillTx/>
                <a:latin typeface="Arial MT"/>
              </a:rPr>
              <a:t>GASTRONÓMICOS</a:t>
            </a:r>
            <a:endParaRPr lang="en-US" sz="4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" algn="ctr">
              <a:lnSpc>
                <a:spcPct val="100000"/>
              </a:lnSpc>
              <a:spcBef>
                <a:spcPts val="4326"/>
              </a:spcBef>
            </a:pPr>
            <a:r>
              <a:rPr lang="en-US" sz="2550" b="0" u="none" strike="noStrike" spc="-71" dirty="0" err="1">
                <a:solidFill>
                  <a:srgbClr val="494949"/>
                </a:solidFill>
                <a:effectLst/>
                <a:uFillTx/>
                <a:latin typeface="Arial MT"/>
              </a:rPr>
              <a:t>Diseño</a:t>
            </a:r>
            <a:r>
              <a:rPr lang="en-US" sz="2550" b="0" u="none" strike="noStrike" spc="-119" dirty="0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2550" b="0" u="none" strike="noStrike" spc="-74" dirty="0" err="1">
                <a:solidFill>
                  <a:srgbClr val="464646"/>
                </a:solidFill>
                <a:effectLst/>
                <a:uFillTx/>
                <a:latin typeface="Arial MT"/>
              </a:rPr>
              <a:t>Detallado</a:t>
            </a:r>
            <a:r>
              <a:rPr lang="en-US" sz="2550" b="0" u="none" strike="noStrike" spc="-45" dirty="0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2550" b="0" u="none" strike="noStrike" dirty="0">
                <a:solidFill>
                  <a:srgbClr val="38526B"/>
                </a:solidFill>
                <a:effectLst/>
                <a:uFillTx/>
                <a:latin typeface="Arial MT"/>
              </a:rPr>
              <a:t>y</a:t>
            </a:r>
            <a:r>
              <a:rPr lang="en-US" sz="2550" b="0" u="none" strike="noStrike" spc="-181" dirty="0">
                <a:solidFill>
                  <a:srgbClr val="38526B"/>
                </a:solidFill>
                <a:effectLst/>
                <a:uFillTx/>
                <a:latin typeface="Arial MT"/>
              </a:rPr>
              <a:t> </a:t>
            </a:r>
            <a:r>
              <a:rPr lang="en-US" sz="2550" b="0" u="none" strike="noStrike" spc="-85" dirty="0">
                <a:solidFill>
                  <a:srgbClr val="484848"/>
                </a:solidFill>
                <a:effectLst/>
                <a:uFillTx/>
                <a:latin typeface="Arial MT"/>
              </a:rPr>
              <a:t>Primera</a:t>
            </a:r>
            <a:r>
              <a:rPr lang="en-US" sz="2550" b="0" u="none" strike="noStrike" spc="-60" dirty="0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2550" b="0" u="none" strike="noStrike" spc="-74" dirty="0" err="1">
                <a:solidFill>
                  <a:srgbClr val="424242"/>
                </a:solidFill>
                <a:effectLst/>
                <a:uFillTx/>
                <a:latin typeface="Arial MT"/>
              </a:rPr>
              <a:t>Demostración</a:t>
            </a:r>
            <a:r>
              <a:rPr lang="en-US" sz="2550" b="0" u="none" strike="noStrike" spc="40" dirty="0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2550" b="0" u="none" strike="noStrike" spc="-11" dirty="0" err="1">
                <a:solidFill>
                  <a:srgbClr val="4B4B4B"/>
                </a:solidFill>
                <a:effectLst/>
                <a:uFillTx/>
                <a:latin typeface="Arial MT"/>
              </a:rPr>
              <a:t>Funcional</a:t>
            </a:r>
            <a:endParaRPr lang="en-US" sz="2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object 5"/>
          <p:cNvSpPr/>
          <p:nvPr/>
        </p:nvSpPr>
        <p:spPr>
          <a:xfrm>
            <a:off x="1522219" y="7080347"/>
            <a:ext cx="7560720" cy="36553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14840" rIns="0" bIns="0" anchor="t">
            <a:spAutoFit/>
          </a:bodyPr>
          <a:lstStyle/>
          <a:p>
            <a:pPr marL="14760">
              <a:lnSpc>
                <a:spcPct val="100000"/>
              </a:lnSpc>
              <a:spcBef>
                <a:spcPts val="904"/>
              </a:spcBef>
            </a:pPr>
            <a:r>
              <a:rPr lang="en-US" sz="4000" b="0" u="none" strike="noStrike" spc="-11" dirty="0" err="1">
                <a:solidFill>
                  <a:srgbClr val="2A2A2A"/>
                </a:solidFill>
                <a:effectLst/>
                <a:uFillTx/>
                <a:latin typeface="Arial MT"/>
              </a:rPr>
              <a:t>Estudiantes</a:t>
            </a:r>
            <a:r>
              <a:rPr lang="en-US" sz="4000" b="0" u="none" strike="noStrike" spc="-11" dirty="0">
                <a:solidFill>
                  <a:srgbClr val="2A2A2A"/>
                </a:solidFill>
                <a:effectLst/>
                <a:uFillTx/>
                <a:latin typeface="Arial MT"/>
              </a:rPr>
              <a:t>:</a:t>
            </a:r>
          </a:p>
          <a:p>
            <a:pPr marL="14760">
              <a:lnSpc>
                <a:spcPct val="100000"/>
              </a:lnSpc>
              <a:spcBef>
                <a:spcPts val="904"/>
              </a:spcBef>
            </a:pPr>
            <a:r>
              <a:rPr lang="en-US" sz="4000" spc="-11" dirty="0">
                <a:solidFill>
                  <a:srgbClr val="2A2A2A"/>
                </a:solidFill>
                <a:latin typeface="Arial MT"/>
              </a:rPr>
              <a:t>Percy Junior Camargo Arias</a:t>
            </a:r>
          </a:p>
          <a:p>
            <a:pPr marL="14760">
              <a:lnSpc>
                <a:spcPct val="100000"/>
              </a:lnSpc>
              <a:spcBef>
                <a:spcPts val="904"/>
              </a:spcBef>
            </a:pPr>
            <a:r>
              <a:rPr lang="en-US" sz="4000" b="0" u="none" strike="noStrike" spc="-11" dirty="0">
                <a:solidFill>
                  <a:srgbClr val="2A2A2A"/>
                </a:solidFill>
                <a:effectLst/>
                <a:uFillTx/>
                <a:latin typeface="Arial MT"/>
              </a:rPr>
              <a:t>Miguel Angel Castillo </a:t>
            </a:r>
            <a:r>
              <a:rPr lang="en-US" sz="4000" b="0" u="none" strike="noStrike" spc="-11" dirty="0" err="1">
                <a:solidFill>
                  <a:srgbClr val="2A2A2A"/>
                </a:solidFill>
                <a:effectLst/>
                <a:uFillTx/>
                <a:latin typeface="Arial MT"/>
              </a:rPr>
              <a:t>Morote</a:t>
            </a:r>
            <a:endParaRPr lang="en-US" sz="4000" b="0" u="none" strike="noStrike" spc="-11" dirty="0">
              <a:solidFill>
                <a:srgbClr val="2A2A2A"/>
              </a:solidFill>
              <a:effectLst/>
              <a:uFillTx/>
              <a:latin typeface="Arial MT"/>
            </a:endParaRPr>
          </a:p>
          <a:p>
            <a:pPr marL="14760">
              <a:lnSpc>
                <a:spcPct val="100000"/>
              </a:lnSpc>
              <a:spcBef>
                <a:spcPts val="904"/>
              </a:spcBef>
            </a:pPr>
            <a:r>
              <a:rPr lang="en-US" sz="4000" spc="-11" dirty="0" err="1">
                <a:solidFill>
                  <a:srgbClr val="2A2A2A"/>
                </a:solidFill>
                <a:latin typeface="Arial MT"/>
              </a:rPr>
              <a:t>Dongo</a:t>
            </a:r>
            <a:r>
              <a:rPr lang="en-US" sz="4000" spc="-11" dirty="0">
                <a:solidFill>
                  <a:srgbClr val="2A2A2A"/>
                </a:solidFill>
                <a:latin typeface="Arial MT"/>
              </a:rPr>
              <a:t> Villarreal Piero Kotaro</a:t>
            </a:r>
          </a:p>
          <a:p>
            <a:pPr marL="14760">
              <a:lnSpc>
                <a:spcPct val="100000"/>
              </a:lnSpc>
              <a:spcBef>
                <a:spcPts val="904"/>
              </a:spcBef>
            </a:pPr>
            <a:r>
              <a:rPr lang="en-US" sz="4000" b="0" u="none" strike="noStrike" spc="-11" dirty="0">
                <a:solidFill>
                  <a:srgbClr val="2A2A2A"/>
                </a:solidFill>
                <a:effectLst/>
                <a:uFillTx/>
                <a:latin typeface="Arial MT"/>
              </a:rPr>
              <a:t>De la Cruz Inga </a:t>
            </a:r>
            <a:r>
              <a:rPr lang="en-US" sz="4000" b="0" u="none" strike="noStrike" spc="-11" dirty="0" err="1">
                <a:solidFill>
                  <a:srgbClr val="2A2A2A"/>
                </a:solidFill>
                <a:effectLst/>
                <a:uFillTx/>
                <a:latin typeface="Arial MT"/>
              </a:rPr>
              <a:t>Yerald</a:t>
            </a:r>
            <a:r>
              <a:rPr lang="en-US" sz="4000" b="0" u="none" strike="noStrike" spc="-11" dirty="0">
                <a:solidFill>
                  <a:srgbClr val="2A2A2A"/>
                </a:solidFill>
                <a:effectLst/>
                <a:uFillTx/>
                <a:latin typeface="Arial MT"/>
              </a:rPr>
              <a:t> Richard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object 6"/>
          <p:cNvSpPr/>
          <p:nvPr/>
        </p:nvSpPr>
        <p:spPr>
          <a:xfrm>
            <a:off x="11712600" y="9298440"/>
            <a:ext cx="7137720" cy="87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518040" indent="-506160">
              <a:lnSpc>
                <a:spcPct val="135000"/>
              </a:lnSpc>
              <a:spcBef>
                <a:spcPts val="96"/>
              </a:spcBef>
              <a:tabLst>
                <a:tab pos="0" algn="l"/>
              </a:tabLst>
            </a:pPr>
            <a:r>
              <a:rPr lang="en-US" sz="2050" b="0" u="none" strike="noStrike" spc="-11" dirty="0" err="1">
                <a:solidFill>
                  <a:srgbClr val="2B2B2B"/>
                </a:solidFill>
                <a:effectLst/>
                <a:uFillTx/>
                <a:latin typeface="Arial MT"/>
              </a:rPr>
              <a:t>Asignatura</a:t>
            </a:r>
            <a:r>
              <a:rPr lang="en-US" sz="2050" b="0" u="none" strike="noStrike" spc="-11" dirty="0">
                <a:solidFill>
                  <a:srgbClr val="2B2B2B"/>
                </a:solidFill>
                <a:effectLst/>
                <a:uFillTx/>
                <a:latin typeface="Arial MT"/>
              </a:rPr>
              <a:t>: </a:t>
            </a:r>
            <a:r>
              <a:rPr lang="en-US" sz="2050" b="0" u="none" strike="noStrike" spc="-71" dirty="0" err="1">
                <a:solidFill>
                  <a:srgbClr val="2F2F2F"/>
                </a:solidFill>
                <a:effectLst/>
                <a:uFillTx/>
                <a:latin typeface="Arial MT"/>
              </a:rPr>
              <a:t>Sistemas</a:t>
            </a:r>
            <a:r>
              <a:rPr lang="en-US" sz="2050" b="0" u="none" strike="noStrike" spc="-74" dirty="0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20" dirty="0" err="1">
                <a:solidFill>
                  <a:srgbClr val="2A2A2A"/>
                </a:solidFill>
                <a:effectLst/>
                <a:uFillTx/>
                <a:latin typeface="Arial MT"/>
              </a:rPr>
              <a:t>Digitales</a:t>
            </a:r>
            <a:r>
              <a:rPr lang="en-US" sz="2050" b="0" u="none" strike="noStrike" spc="-65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dirty="0">
                <a:solidFill>
                  <a:srgbClr val="313131"/>
                </a:solidFill>
                <a:effectLst/>
                <a:uFillTx/>
                <a:latin typeface="Arial MT"/>
              </a:rPr>
              <a:t>y</a:t>
            </a:r>
            <a:r>
              <a:rPr lang="en-US" sz="2050" b="0" u="none" strike="noStrike" spc="-125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20" dirty="0" err="1">
                <a:solidFill>
                  <a:srgbClr val="2D2D2D"/>
                </a:solidFill>
                <a:effectLst/>
                <a:uFillTx/>
                <a:latin typeface="Arial MT"/>
              </a:rPr>
              <a:t>Arquitectura</a:t>
            </a:r>
            <a:r>
              <a:rPr lang="en-US" sz="2050" b="0" u="none" strike="noStrike" spc="-54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dirty="0">
                <a:solidFill>
                  <a:srgbClr val="333333"/>
                </a:solidFill>
                <a:effectLst/>
                <a:uFillTx/>
                <a:latin typeface="Arial MT"/>
              </a:rPr>
              <a:t>de</a:t>
            </a:r>
            <a:r>
              <a:rPr lang="en-US" sz="2050" b="0" u="none" strike="noStrike" spc="-96" dirty="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40" dirty="0" err="1">
                <a:solidFill>
                  <a:srgbClr val="2D2D2D"/>
                </a:solidFill>
                <a:effectLst/>
                <a:uFillTx/>
                <a:latin typeface="Arial MT"/>
              </a:rPr>
              <a:t>Computadoras</a:t>
            </a:r>
            <a:r>
              <a:rPr lang="en-US" sz="2050" b="0" u="none" strike="noStrike" spc="-40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11" dirty="0" err="1">
                <a:solidFill>
                  <a:srgbClr val="333333"/>
                </a:solidFill>
                <a:effectLst/>
                <a:uFillTx/>
                <a:latin typeface="Arial MT"/>
              </a:rPr>
              <a:t>Docente</a:t>
            </a:r>
            <a:r>
              <a:rPr lang="en-US" sz="2050" b="0" u="none" strike="noStrike" spc="-11" dirty="0">
                <a:solidFill>
                  <a:srgbClr val="333333"/>
                </a:solidFill>
                <a:effectLst/>
                <a:uFillTx/>
                <a:latin typeface="Arial MT"/>
              </a:rPr>
              <a:t>:</a:t>
            </a:r>
            <a:r>
              <a:rPr lang="en-US" sz="2050" b="0" u="none" strike="noStrike" spc="-136" dirty="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99" dirty="0">
                <a:solidFill>
                  <a:srgbClr val="383838"/>
                </a:solidFill>
                <a:effectLst/>
                <a:uFillTx/>
                <a:latin typeface="Arial MT"/>
              </a:rPr>
              <a:t>Dr.</a:t>
            </a:r>
            <a:r>
              <a:rPr lang="en-US" sz="2050" b="0" u="none" strike="noStrike" spc="-79" dirty="0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40" dirty="0">
                <a:solidFill>
                  <a:srgbClr val="2D2D2D"/>
                </a:solidFill>
                <a:effectLst/>
                <a:uFillTx/>
                <a:latin typeface="Arial MT"/>
              </a:rPr>
              <a:t>Hernan</a:t>
            </a:r>
            <a:r>
              <a:rPr lang="en-US" sz="2050" b="0" u="none" strike="noStrike" spc="-105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11" dirty="0">
                <a:solidFill>
                  <a:srgbClr val="363636"/>
                </a:solidFill>
                <a:effectLst/>
                <a:uFillTx/>
                <a:latin typeface="Arial MT"/>
              </a:rPr>
              <a:t>Villafuerte</a:t>
            </a:r>
            <a:r>
              <a:rPr lang="en-US" sz="2050" b="0" u="none" strike="noStrike" spc="-60" dirty="0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20" dirty="0">
                <a:solidFill>
                  <a:srgbClr val="2D2D2D"/>
                </a:solidFill>
                <a:effectLst/>
                <a:uFillTx/>
                <a:latin typeface="Arial MT"/>
              </a:rPr>
              <a:t>Barreto</a:t>
            </a:r>
            <a:r>
              <a:rPr lang="en-US" sz="2050" b="0" u="none" strike="noStrike" spc="-40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dirty="0">
                <a:solidFill>
                  <a:srgbClr val="B8CFE6"/>
                </a:solidFill>
                <a:effectLst/>
                <a:uFillTx/>
                <a:latin typeface="Arial MT"/>
              </a:rPr>
              <a:t>|</a:t>
            </a:r>
            <a:r>
              <a:rPr lang="en-US" sz="2050" b="0" u="none" strike="noStrike" spc="-145" dirty="0">
                <a:solidFill>
                  <a:srgbClr val="B8CFE6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105" dirty="0">
                <a:solidFill>
                  <a:srgbClr val="282828"/>
                </a:solidFill>
                <a:effectLst/>
                <a:uFillTx/>
                <a:latin typeface="Arial MT"/>
              </a:rPr>
              <a:t>Lima</a:t>
            </a:r>
            <a:r>
              <a:rPr lang="en-US" sz="2050" b="0" u="none" strike="noStrike" spc="-34" dirty="0">
                <a:solidFill>
                  <a:srgbClr val="282828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1131" dirty="0">
                <a:solidFill>
                  <a:srgbClr val="3B3B3B"/>
                </a:solidFill>
                <a:effectLst/>
                <a:uFillTx/>
                <a:latin typeface="Arial MT"/>
              </a:rPr>
              <a:t>—</a:t>
            </a:r>
            <a:r>
              <a:rPr lang="en-US" sz="2050" b="0" u="none" strike="noStrike" spc="-51" dirty="0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26" dirty="0">
                <a:solidFill>
                  <a:srgbClr val="2D2D2D"/>
                </a:solidFill>
                <a:effectLst/>
                <a:uFillTx/>
                <a:latin typeface="Arial MT"/>
              </a:rPr>
              <a:t>Perú,</a:t>
            </a:r>
            <a:r>
              <a:rPr lang="en-US" sz="2050" b="0" u="none" strike="noStrike" spc="-65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20" dirty="0">
                <a:solidFill>
                  <a:srgbClr val="2A2A2A"/>
                </a:solidFill>
                <a:effectLst/>
                <a:uFillTx/>
                <a:latin typeface="Arial MT"/>
              </a:rPr>
              <a:t>2026</a:t>
            </a:r>
            <a:endParaRPr lang="en-US" sz="2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8" name="Picture 4" descr="FIIS - UNFV (@FIISUNFVOFICIAL) • Facebook">
            <a:extLst>
              <a:ext uri="{FF2B5EF4-FFF2-40B4-BE49-F238E27FC236}">
                <a16:creationId xmlns:a16="http://schemas.microsoft.com/office/drawing/2014/main" id="{51571ED1-4505-4E99-86F2-59523F8FD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619" y="67191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object 2"/>
          <p:cNvPicPr/>
          <p:nvPr/>
        </p:nvPicPr>
        <p:blipFill>
          <a:blip r:embed="rId2"/>
          <a:stretch/>
        </p:blipFill>
        <p:spPr>
          <a:xfrm>
            <a:off x="11230200" y="6219720"/>
            <a:ext cx="7601400" cy="248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object 3"/>
          <p:cNvPicPr/>
          <p:nvPr/>
        </p:nvPicPr>
        <p:blipFill>
          <a:blip r:embed="rId3"/>
          <a:stretch/>
        </p:blipFill>
        <p:spPr>
          <a:xfrm>
            <a:off x="0" y="0"/>
            <a:ext cx="20103840" cy="12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object 4"/>
          <p:cNvPicPr/>
          <p:nvPr/>
        </p:nvPicPr>
        <p:blipFill>
          <a:blip r:embed="rId4"/>
          <a:stretch/>
        </p:blipFill>
        <p:spPr>
          <a:xfrm>
            <a:off x="14292720" y="5536440"/>
            <a:ext cx="706320" cy="14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220400" y="857520"/>
            <a:ext cx="13772880" cy="771840"/>
          </a:xfrm>
          <a:prstGeom prst="rect">
            <a:avLst/>
          </a:prstGeom>
          <a:noFill/>
          <a:ln w="0">
            <a:noFill/>
          </a:ln>
        </p:spPr>
        <p:txBody>
          <a:bodyPr lIns="0" tIns="12240" rIns="0" bIns="0" anchor="t">
            <a:spAutoFit/>
          </a:bodyPr>
          <a:lstStyle/>
          <a:p>
            <a:pPr marL="2088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4900" b="0" u="none" strike="noStrike" spc="-159" dirty="0" err="1">
                <a:solidFill>
                  <a:srgbClr val="013D7E"/>
                </a:solidFill>
                <a:effectLst/>
                <a:uFillTx/>
                <a:latin typeface="Arial MT"/>
              </a:rPr>
              <a:t>Contexto</a:t>
            </a:r>
            <a:r>
              <a:rPr lang="en-US" sz="4900" b="0" u="none" strike="noStrike" spc="-241" dirty="0">
                <a:solidFill>
                  <a:srgbClr val="013D7E"/>
                </a:solidFill>
                <a:effectLst/>
                <a:uFillTx/>
                <a:latin typeface="Arial MT"/>
              </a:rPr>
              <a:t> </a:t>
            </a:r>
            <a:r>
              <a:rPr lang="en-US" sz="4900" b="0" u="none" strike="noStrike" spc="71" dirty="0">
                <a:solidFill>
                  <a:srgbClr val="003B80"/>
                </a:solidFill>
                <a:effectLst/>
                <a:uFillTx/>
                <a:latin typeface="Arial MT"/>
              </a:rPr>
              <a:t>y</a:t>
            </a:r>
            <a:r>
              <a:rPr lang="en-US" sz="4900" b="0" u="none" strike="noStrike" spc="-604" dirty="0">
                <a:solidFill>
                  <a:srgbClr val="003B80"/>
                </a:solidFill>
                <a:effectLst/>
                <a:uFillTx/>
                <a:latin typeface="Arial MT"/>
              </a:rPr>
              <a:t> </a:t>
            </a:r>
            <a:r>
              <a:rPr lang="en-US" sz="4900" spc="-119" dirty="0" err="1">
                <a:solidFill>
                  <a:srgbClr val="003F85"/>
                </a:solidFill>
                <a:latin typeface="Arial MT"/>
              </a:rPr>
              <a:t>p</a:t>
            </a:r>
            <a:r>
              <a:rPr lang="en-US" sz="4900" b="0" u="none" strike="noStrike" spc="-119" dirty="0" err="1">
                <a:solidFill>
                  <a:srgbClr val="003F85"/>
                </a:solidFill>
                <a:effectLst/>
                <a:uFillTx/>
                <a:latin typeface="Arial MT"/>
              </a:rPr>
              <a:t>roblematica</a:t>
            </a:r>
            <a:r>
              <a:rPr lang="en-US" sz="4900" b="0" u="none" strike="noStrike" spc="-45" dirty="0">
                <a:solidFill>
                  <a:srgbClr val="003F85"/>
                </a:solidFill>
                <a:effectLst/>
                <a:uFillTx/>
                <a:latin typeface="Arial MT"/>
              </a:rPr>
              <a:t> </a:t>
            </a:r>
            <a:r>
              <a:rPr lang="en-US" sz="4900" b="0" u="none" strike="noStrike" spc="-176" dirty="0" err="1">
                <a:solidFill>
                  <a:srgbClr val="00447B"/>
                </a:solidFill>
                <a:effectLst/>
                <a:uFillTx/>
                <a:latin typeface="Arial MT"/>
              </a:rPr>
              <a:t>en</a:t>
            </a:r>
            <a:r>
              <a:rPr lang="en-US" sz="4900" b="0" u="none" strike="noStrike" spc="-601" dirty="0">
                <a:solidFill>
                  <a:srgbClr val="00447B"/>
                </a:solidFill>
                <a:effectLst/>
                <a:uFillTx/>
                <a:latin typeface="Arial MT"/>
              </a:rPr>
              <a:t> </a:t>
            </a:r>
            <a:r>
              <a:rPr lang="en-US" sz="4900" spc="-204" dirty="0" err="1">
                <a:solidFill>
                  <a:srgbClr val="003F85"/>
                </a:solidFill>
                <a:latin typeface="Arial MT"/>
              </a:rPr>
              <a:t>e</a:t>
            </a:r>
            <a:r>
              <a:rPr lang="en-US" sz="4900" b="0" u="none" strike="noStrike" spc="-204" dirty="0" err="1">
                <a:solidFill>
                  <a:srgbClr val="003F85"/>
                </a:solidFill>
                <a:effectLst/>
                <a:uFillTx/>
                <a:latin typeface="Arial MT"/>
              </a:rPr>
              <a:t>ntornos</a:t>
            </a:r>
            <a:r>
              <a:rPr lang="en-US" sz="4900" b="0" u="none" strike="noStrike" spc="-264" dirty="0">
                <a:solidFill>
                  <a:srgbClr val="003F85"/>
                </a:solidFill>
                <a:effectLst/>
                <a:uFillTx/>
                <a:latin typeface="Arial MT"/>
              </a:rPr>
              <a:t> </a:t>
            </a:r>
            <a:r>
              <a:rPr lang="en-US" sz="4900" b="0" u="none" strike="noStrike" spc="-74" dirty="0" err="1">
                <a:solidFill>
                  <a:srgbClr val="003172"/>
                </a:solidFill>
                <a:effectLst/>
                <a:uFillTx/>
                <a:latin typeface="Arial MT"/>
              </a:rPr>
              <a:t>Gastronómicos</a:t>
            </a:r>
            <a:endParaRPr lang="en-US" sz="49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object 6"/>
          <p:cNvSpPr/>
          <p:nvPr/>
        </p:nvSpPr>
        <p:spPr>
          <a:xfrm>
            <a:off x="1237680" y="4213080"/>
            <a:ext cx="9338040" cy="304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5840" indent="-1800">
              <a:lnSpc>
                <a:spcPct val="105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2200" b="0" u="none" strike="noStrike" spc="-230" dirty="0">
                <a:solidFill>
                  <a:srgbClr val="363636"/>
                </a:solidFill>
                <a:effectLst/>
                <a:uFillTx/>
                <a:latin typeface="Arial MT"/>
              </a:rPr>
              <a:t>La</a:t>
            </a:r>
            <a:r>
              <a:rPr lang="en-US" sz="2200" b="0" u="none" strike="noStrike" spc="-26" dirty="0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74" dirty="0" err="1">
                <a:solidFill>
                  <a:srgbClr val="343434"/>
                </a:solidFill>
                <a:effectLst/>
                <a:uFillTx/>
                <a:latin typeface="Arial MT"/>
              </a:rPr>
              <a:t>conservación</a:t>
            </a:r>
            <a:r>
              <a:rPr lang="en-US" sz="2200" b="0" u="none" strike="noStrike" spc="-79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 dirty="0">
                <a:solidFill>
                  <a:srgbClr val="2A3F57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113" dirty="0">
                <a:solidFill>
                  <a:srgbClr val="2A3F57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1" dirty="0" err="1">
                <a:solidFill>
                  <a:srgbClr val="313131"/>
                </a:solidFill>
                <a:effectLst/>
                <a:uFillTx/>
                <a:latin typeface="Arial MT"/>
              </a:rPr>
              <a:t>alimentos</a:t>
            </a:r>
            <a:r>
              <a:rPr lang="en-US" sz="2200" b="0" u="none" strike="noStrike" spc="-65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 dirty="0" err="1">
                <a:solidFill>
                  <a:srgbClr val="3A3A3A"/>
                </a:solidFill>
                <a:effectLst/>
                <a:uFillTx/>
                <a:latin typeface="Arial MT"/>
              </a:rPr>
              <a:t>en</a:t>
            </a:r>
            <a:r>
              <a:rPr lang="en-US" sz="2200" b="0" u="none" strike="noStrike" spc="-111" dirty="0">
                <a:solidFill>
                  <a:srgbClr val="3A3A3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" dirty="0" err="1">
                <a:solidFill>
                  <a:srgbClr val="333333"/>
                </a:solidFill>
                <a:effectLst/>
                <a:uFillTx/>
                <a:latin typeface="Arial MT"/>
              </a:rPr>
              <a:t>el</a:t>
            </a:r>
            <a:r>
              <a:rPr lang="en-US" sz="2200" b="0" u="none" strike="noStrike" spc="-139" dirty="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79" dirty="0">
                <a:solidFill>
                  <a:srgbClr val="313131"/>
                </a:solidFill>
                <a:effectLst/>
                <a:uFillTx/>
                <a:latin typeface="Arial MT"/>
              </a:rPr>
              <a:t>sector</a:t>
            </a:r>
            <a:r>
              <a:rPr lang="en-US" sz="2200" b="0" u="none" strike="noStrike" spc="-14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6" dirty="0" err="1">
                <a:solidFill>
                  <a:srgbClr val="383838"/>
                </a:solidFill>
                <a:effectLst/>
                <a:uFillTx/>
                <a:latin typeface="Arial MT"/>
              </a:rPr>
              <a:t>comercial</a:t>
            </a:r>
            <a:r>
              <a:rPr lang="en-US" sz="2200" b="0" u="none" strike="noStrike" spc="85" dirty="0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81" dirty="0">
                <a:solidFill>
                  <a:srgbClr val="3A3A3A"/>
                </a:solidFill>
                <a:effectLst/>
                <a:uFillTx/>
                <a:latin typeface="Arial MT"/>
              </a:rPr>
              <a:t>e</a:t>
            </a:r>
            <a:r>
              <a:rPr lang="en-US" sz="2200" b="0" u="none" strike="noStrike" spc="-71" dirty="0">
                <a:solidFill>
                  <a:srgbClr val="3A3A3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85" dirty="0">
                <a:solidFill>
                  <a:srgbClr val="2A2A2A"/>
                </a:solidFill>
                <a:effectLst/>
                <a:uFillTx/>
                <a:latin typeface="Arial MT"/>
              </a:rPr>
              <a:t>industrial</a:t>
            </a:r>
            <a:r>
              <a:rPr lang="en-US" sz="2200" spc="31" dirty="0">
                <a:solidFill>
                  <a:srgbClr val="2A2A2A"/>
                </a:solidFill>
                <a:latin typeface="Arial MT"/>
              </a:rPr>
              <a:t> de</a:t>
            </a:r>
            <a:r>
              <a:rPr lang="en-US" sz="2200" b="0" u="none" strike="noStrike" spc="-40" dirty="0">
                <a:solidFill>
                  <a:srgbClr val="EDFFF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 dirty="0">
                <a:solidFill>
                  <a:srgbClr val="2D2D2D"/>
                </a:solidFill>
                <a:effectLst/>
                <a:uFillTx/>
                <a:latin typeface="Arial MT"/>
              </a:rPr>
              <a:t>la</a:t>
            </a:r>
            <a:r>
              <a:rPr lang="en-US" sz="2200" b="0" u="none" strike="noStrike" spc="-96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1" dirty="0" err="1">
                <a:solidFill>
                  <a:srgbClr val="2A2A2A"/>
                </a:solidFill>
                <a:effectLst/>
                <a:uFillTx/>
                <a:latin typeface="Arial MT"/>
              </a:rPr>
              <a:t>gastronomía</a:t>
            </a:r>
            <a:r>
              <a:rPr lang="en-US" sz="2200" b="0" u="none" strike="noStrike" spc="-111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 dirty="0" err="1">
                <a:solidFill>
                  <a:srgbClr val="2D2D2D"/>
                </a:solidFill>
                <a:effectLst/>
                <a:uFillTx/>
                <a:latin typeface="Arial MT"/>
              </a:rPr>
              <a:t>depende</a:t>
            </a:r>
            <a:r>
              <a:rPr lang="en-US" sz="2200" b="0" u="none" strike="noStrike" spc="20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0" dirty="0">
                <a:solidFill>
                  <a:srgbClr val="363636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5" dirty="0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84" dirty="0" err="1">
                <a:solidFill>
                  <a:srgbClr val="343434"/>
                </a:solidFill>
                <a:effectLst/>
                <a:uFillTx/>
                <a:latin typeface="Arial MT"/>
              </a:rPr>
              <a:t>manera</a:t>
            </a:r>
            <a:r>
              <a:rPr lang="en-US" sz="2200" b="0" u="none" strike="noStrike" spc="-26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54" dirty="0" err="1">
                <a:solidFill>
                  <a:srgbClr val="343434"/>
                </a:solidFill>
                <a:effectLst/>
                <a:uFillTx/>
                <a:latin typeface="Arial MT"/>
              </a:rPr>
              <a:t>crítica</a:t>
            </a:r>
            <a:r>
              <a:rPr lang="en-US" sz="2200" b="0" u="none" strike="noStrike" spc="-40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0" dirty="0">
                <a:solidFill>
                  <a:srgbClr val="2A2A2A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5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6" dirty="0" err="1">
                <a:solidFill>
                  <a:srgbClr val="2D2D2D"/>
                </a:solidFill>
                <a:effectLst/>
                <a:uFillTx/>
                <a:latin typeface="Arial MT"/>
              </a:rPr>
              <a:t>mantener</a:t>
            </a:r>
            <a:r>
              <a:rPr lang="en-US" sz="2200" b="0" u="none" strike="noStrike" spc="139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45" dirty="0">
                <a:solidFill>
                  <a:srgbClr val="3D3D3D"/>
                </a:solidFill>
                <a:effectLst/>
                <a:uFillTx/>
                <a:latin typeface="Arial MT"/>
              </a:rPr>
              <a:t>un</a:t>
            </a:r>
            <a:r>
              <a:rPr lang="en-US" sz="2200" b="0" u="none" strike="noStrike" spc="-85" dirty="0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05" dirty="0" err="1">
                <a:solidFill>
                  <a:srgbClr val="333333"/>
                </a:solidFill>
                <a:effectLst/>
                <a:uFillTx/>
                <a:latin typeface="Arial MT"/>
              </a:rPr>
              <a:t>entorno</a:t>
            </a:r>
            <a:r>
              <a:rPr lang="en-US" sz="2200" b="0" u="none" strike="noStrike" spc="-51" dirty="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79" dirty="0" err="1">
                <a:solidFill>
                  <a:srgbClr val="333333"/>
                </a:solidFill>
                <a:effectLst/>
                <a:uFillTx/>
                <a:latin typeface="Arial MT"/>
              </a:rPr>
              <a:t>térmico</a:t>
            </a:r>
            <a:r>
              <a:rPr lang="en-US" sz="2200" b="0" u="none" strike="noStrike" spc="-60" dirty="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6" dirty="0">
                <a:solidFill>
                  <a:srgbClr val="2D2D2D"/>
                </a:solidFill>
                <a:effectLst/>
                <a:uFillTx/>
                <a:latin typeface="Arial MT"/>
              </a:rPr>
              <a:t>continuo.</a:t>
            </a:r>
            <a:r>
              <a:rPr lang="en-US" sz="2200" b="0" u="none" strike="noStrike" spc="-20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89" dirty="0">
                <a:solidFill>
                  <a:srgbClr val="2F2F2F"/>
                </a:solidFill>
                <a:effectLst/>
                <a:uFillTx/>
                <a:latin typeface="Arial MT"/>
              </a:rPr>
              <a:t>La </a:t>
            </a:r>
            <a:r>
              <a:rPr lang="en-US" sz="2200" b="0" u="none" strike="noStrike" spc="-65" dirty="0" err="1">
                <a:solidFill>
                  <a:srgbClr val="2A2A2A"/>
                </a:solidFill>
                <a:effectLst/>
                <a:uFillTx/>
                <a:latin typeface="Arial MT"/>
              </a:rPr>
              <a:t>interrupción</a:t>
            </a:r>
            <a:r>
              <a:rPr lang="en-US" sz="2200" b="0" u="none" strike="noStrike" spc="113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64" dirty="0">
                <a:solidFill>
                  <a:srgbClr val="3D3D3D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0" dirty="0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 dirty="0">
                <a:solidFill>
                  <a:srgbClr val="414141"/>
                </a:solidFill>
                <a:effectLst/>
                <a:uFillTx/>
                <a:latin typeface="Arial MT"/>
              </a:rPr>
              <a:t>la</a:t>
            </a:r>
            <a:r>
              <a:rPr lang="en-US" sz="2200" b="0" u="none" strike="noStrike" spc="-111" dirty="0">
                <a:solidFill>
                  <a:srgbClr val="41414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64" dirty="0" err="1">
                <a:solidFill>
                  <a:srgbClr val="2A2A2A"/>
                </a:solidFill>
                <a:effectLst/>
                <a:uFillTx/>
                <a:latin typeface="Arial MT"/>
              </a:rPr>
              <a:t>cadena</a:t>
            </a:r>
            <a:r>
              <a:rPr lang="en-US" sz="2200" b="0" u="none" strike="noStrike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0" dirty="0">
                <a:solidFill>
                  <a:srgbClr val="343434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5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34" dirty="0" err="1">
                <a:solidFill>
                  <a:srgbClr val="444444"/>
                </a:solidFill>
                <a:effectLst/>
                <a:uFillTx/>
                <a:latin typeface="Arial MT"/>
              </a:rPr>
              <a:t>frío</a:t>
            </a:r>
            <a:r>
              <a:rPr lang="en-US" sz="2200" b="0" u="none" strike="noStrike" spc="-91" dirty="0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9" dirty="0" err="1">
                <a:solidFill>
                  <a:srgbClr val="2F2F2F"/>
                </a:solidFill>
                <a:effectLst/>
                <a:uFillTx/>
                <a:latin typeface="Arial MT"/>
              </a:rPr>
              <a:t>acelera</a:t>
            </a:r>
            <a:r>
              <a:rPr lang="en-US" sz="2200" b="0" u="none" strike="noStrike" spc="-31" dirty="0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 dirty="0">
                <a:solidFill>
                  <a:srgbClr val="313131"/>
                </a:solidFill>
                <a:effectLst/>
                <a:uFillTx/>
                <a:latin typeface="Arial MT"/>
              </a:rPr>
              <a:t>la</a:t>
            </a:r>
            <a:r>
              <a:rPr lang="en-US" sz="2200" b="0" u="none" strike="noStrike" spc="-96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9" dirty="0" err="1">
                <a:solidFill>
                  <a:srgbClr val="262626"/>
                </a:solidFill>
                <a:effectLst/>
                <a:uFillTx/>
                <a:latin typeface="Arial MT"/>
              </a:rPr>
              <a:t>descomposición</a:t>
            </a:r>
            <a:r>
              <a:rPr lang="en-US" sz="2200" b="0" u="none" strike="noStrike" spc="-125" dirty="0">
                <a:solidFill>
                  <a:srgbClr val="26262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9" dirty="0" err="1">
                <a:solidFill>
                  <a:srgbClr val="363636"/>
                </a:solidFill>
                <a:effectLst/>
                <a:uFillTx/>
                <a:latin typeface="Arial MT"/>
              </a:rPr>
              <a:t>orgánica</a:t>
            </a:r>
            <a:r>
              <a:rPr lang="en-US" sz="2200" spc="26" dirty="0">
                <a:solidFill>
                  <a:srgbClr val="363636"/>
                </a:solidFill>
                <a:latin typeface="Arial MT"/>
              </a:rPr>
              <a:t> y</a:t>
            </a:r>
            <a:r>
              <a:rPr lang="en-US" sz="2200" b="0" u="none" strike="noStrike" spc="-125" dirty="0">
                <a:solidFill>
                  <a:srgbClr val="AABADB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" dirty="0" err="1">
                <a:solidFill>
                  <a:srgbClr val="282828"/>
                </a:solidFill>
                <a:effectLst/>
                <a:uFillTx/>
                <a:latin typeface="Arial MT"/>
              </a:rPr>
              <a:t>aumenta</a:t>
            </a:r>
            <a:r>
              <a:rPr lang="en-US" sz="2200" b="0" u="none" strike="noStrike" spc="-11" dirty="0">
                <a:solidFill>
                  <a:srgbClr val="28282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1" dirty="0" err="1">
                <a:solidFill>
                  <a:srgbClr val="2A2A2A"/>
                </a:solidFill>
                <a:effectLst/>
                <a:uFillTx/>
                <a:latin typeface="Arial MT"/>
              </a:rPr>
              <a:t>exponencialmente</a:t>
            </a:r>
            <a:r>
              <a:rPr lang="en-US" sz="2200" b="0" u="none" strike="noStrike" spc="-139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 dirty="0">
                <a:solidFill>
                  <a:srgbClr val="48486B"/>
                </a:solidFill>
                <a:effectLst/>
                <a:uFillTx/>
                <a:latin typeface="Arial MT"/>
              </a:rPr>
              <a:t>la</a:t>
            </a:r>
            <a:r>
              <a:rPr lang="en-US" sz="2200" b="0" u="none" strike="noStrike" spc="-105" dirty="0">
                <a:solidFill>
                  <a:srgbClr val="48486B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60" dirty="0" err="1">
                <a:solidFill>
                  <a:srgbClr val="363636"/>
                </a:solidFill>
                <a:effectLst/>
                <a:uFillTx/>
                <a:latin typeface="Arial MT"/>
              </a:rPr>
              <a:t>proliferación</a:t>
            </a:r>
            <a:r>
              <a:rPr lang="en-US" sz="2200" b="0" u="none" strike="noStrike" spc="45" dirty="0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0" dirty="0">
                <a:solidFill>
                  <a:srgbClr val="333333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5" dirty="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6" dirty="0" err="1">
                <a:solidFill>
                  <a:srgbClr val="313131"/>
                </a:solidFill>
                <a:effectLst/>
                <a:uFillTx/>
                <a:latin typeface="Arial MT"/>
              </a:rPr>
              <a:t>patógenos</a:t>
            </a:r>
            <a:r>
              <a:rPr lang="en-US" sz="2200" b="0" u="none" strike="noStrike" spc="-26" dirty="0">
                <a:solidFill>
                  <a:srgbClr val="313131"/>
                </a:solidFill>
                <a:effectLst/>
                <a:uFillTx/>
                <a:latin typeface="Arial MT"/>
              </a:rPr>
              <a:t>.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40" indent="-3960">
              <a:lnSpc>
                <a:spcPct val="104000"/>
              </a:lnSpc>
              <a:spcBef>
                <a:spcPts val="1570"/>
              </a:spcBef>
              <a:tabLst>
                <a:tab pos="0" algn="l"/>
              </a:tabLst>
            </a:pPr>
            <a:r>
              <a:rPr lang="en-US" sz="2200" b="0" u="none" strike="noStrike" spc="-164" dirty="0">
                <a:solidFill>
                  <a:srgbClr val="282828"/>
                </a:solidFill>
                <a:effectLst/>
                <a:uFillTx/>
                <a:latin typeface="Arial MT"/>
              </a:rPr>
              <a:t>Este</a:t>
            </a:r>
            <a:r>
              <a:rPr lang="en-US" sz="2200" b="0" u="none" strike="noStrike" spc="96" dirty="0">
                <a:solidFill>
                  <a:srgbClr val="28282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56" dirty="0" err="1">
                <a:solidFill>
                  <a:srgbClr val="2D2D2D"/>
                </a:solidFill>
                <a:effectLst/>
                <a:uFillTx/>
                <a:latin typeface="Arial MT"/>
              </a:rPr>
              <a:t>sistema</a:t>
            </a:r>
            <a:r>
              <a:rPr lang="en-US" sz="2200" b="0" u="none" strike="noStrike" spc="-31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45" dirty="0" err="1">
                <a:solidFill>
                  <a:srgbClr val="383838"/>
                </a:solidFill>
                <a:effectLst/>
                <a:uFillTx/>
                <a:latin typeface="Arial MT"/>
              </a:rPr>
              <a:t>está</a:t>
            </a:r>
            <a:r>
              <a:rPr lang="en-US" sz="2200" b="0" u="none" strike="noStrike" spc="-45" dirty="0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 dirty="0" err="1">
                <a:solidFill>
                  <a:srgbClr val="333333"/>
                </a:solidFill>
                <a:effectLst/>
                <a:uFillTx/>
                <a:latin typeface="Arial MT"/>
              </a:rPr>
              <a:t>diseñado</a:t>
            </a:r>
            <a:r>
              <a:rPr lang="en-US" sz="2200" b="0" u="none" strike="noStrike" dirty="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6" dirty="0">
                <a:solidFill>
                  <a:srgbClr val="343434"/>
                </a:solidFill>
                <a:effectLst/>
                <a:uFillTx/>
                <a:latin typeface="Arial MT"/>
              </a:rPr>
              <a:t>para</a:t>
            </a:r>
            <a:r>
              <a:rPr lang="en-US" sz="2200" b="0" u="none" strike="noStrike" spc="-45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 dirty="0" err="1">
                <a:solidFill>
                  <a:srgbClr val="212121"/>
                </a:solidFill>
                <a:effectLst/>
                <a:uFillTx/>
                <a:latin typeface="Arial MT"/>
              </a:rPr>
              <a:t>abordar</a:t>
            </a:r>
            <a:r>
              <a:rPr lang="en-US" sz="2200" b="0" u="none" strike="noStrike" spc="113" dirty="0">
                <a:solidFill>
                  <a:srgbClr val="21212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 dirty="0">
                <a:solidFill>
                  <a:srgbClr val="2D4669"/>
                </a:solidFill>
                <a:effectLst/>
                <a:uFillTx/>
                <a:latin typeface="Arial MT"/>
              </a:rPr>
              <a:t>la</a:t>
            </a:r>
            <a:r>
              <a:rPr lang="en-US" sz="2200" b="0" u="none" strike="noStrike" spc="-105" dirty="0">
                <a:solidFill>
                  <a:srgbClr val="2D4669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85" dirty="0" err="1">
                <a:solidFill>
                  <a:srgbClr val="333333"/>
                </a:solidFill>
                <a:effectLst/>
                <a:uFillTx/>
                <a:latin typeface="Arial MT"/>
              </a:rPr>
              <a:t>falta</a:t>
            </a:r>
            <a:r>
              <a:rPr lang="en-US" sz="2200" b="0" u="none" strike="noStrike" spc="-85" dirty="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0" dirty="0">
                <a:solidFill>
                  <a:srgbClr val="343434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5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74" dirty="0" err="1">
                <a:solidFill>
                  <a:srgbClr val="282828"/>
                </a:solidFill>
                <a:effectLst/>
                <a:uFillTx/>
                <a:latin typeface="Arial MT"/>
              </a:rPr>
              <a:t>controles</a:t>
            </a:r>
            <a:r>
              <a:rPr lang="en-US" sz="2200" b="0" u="none" strike="noStrike" spc="40" dirty="0">
                <a:solidFill>
                  <a:srgbClr val="28282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60" dirty="0" err="1">
                <a:solidFill>
                  <a:srgbClr val="242424"/>
                </a:solidFill>
                <a:effectLst/>
                <a:uFillTx/>
                <a:latin typeface="Arial MT"/>
              </a:rPr>
              <a:t>automatizados</a:t>
            </a:r>
            <a:r>
              <a:rPr lang="en-US" sz="2200" b="0" u="none" strike="noStrike" spc="-60" dirty="0">
                <a:solidFill>
                  <a:srgbClr val="24242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51" dirty="0" err="1">
                <a:solidFill>
                  <a:srgbClr val="313131"/>
                </a:solidFill>
                <a:effectLst/>
                <a:uFillTx/>
                <a:latin typeface="Arial MT"/>
              </a:rPr>
              <a:t>eficientes</a:t>
            </a:r>
            <a:r>
              <a:rPr lang="en-US" sz="2200" b="0" u="none" strike="noStrike" spc="-85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 dirty="0" err="1">
                <a:solidFill>
                  <a:srgbClr val="343434"/>
                </a:solidFill>
                <a:effectLst/>
                <a:uFillTx/>
                <a:latin typeface="Arial MT"/>
              </a:rPr>
              <a:t>en</a:t>
            </a:r>
            <a:r>
              <a:rPr lang="en-US" sz="2200" b="0" u="none" strike="noStrike" spc="-111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50" dirty="0" err="1">
                <a:solidFill>
                  <a:srgbClr val="2A2A2A"/>
                </a:solidFill>
                <a:effectLst/>
                <a:uFillTx/>
                <a:latin typeface="Arial MT"/>
              </a:rPr>
              <a:t>almacenes</a:t>
            </a:r>
            <a:r>
              <a:rPr lang="en-US" sz="2200" b="0" u="none" strike="noStrike" spc="-150" dirty="0">
                <a:solidFill>
                  <a:srgbClr val="2A2A2A"/>
                </a:solidFill>
                <a:effectLst/>
                <a:uFillTx/>
                <a:latin typeface="Arial MT"/>
              </a:rPr>
              <a:t>,</a:t>
            </a:r>
            <a:r>
              <a:rPr lang="en-US" sz="2200" b="0" u="none" strike="noStrike" spc="6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05" dirty="0">
                <a:solidFill>
                  <a:srgbClr val="313131"/>
                </a:solidFill>
                <a:effectLst/>
                <a:uFillTx/>
                <a:latin typeface="Arial MT"/>
              </a:rPr>
              <a:t>los</a:t>
            </a:r>
            <a:r>
              <a:rPr lang="en-US" sz="2200" b="0" u="none" strike="noStrike" spc="-51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3" dirty="0" err="1">
                <a:solidFill>
                  <a:srgbClr val="2A2A2A"/>
                </a:solidFill>
                <a:effectLst/>
                <a:uFillTx/>
                <a:latin typeface="Arial MT"/>
              </a:rPr>
              <a:t>cuales</a:t>
            </a:r>
            <a:r>
              <a:rPr lang="en-US" sz="2200" b="0" u="none" strike="noStrike" spc="14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9" dirty="0" err="1">
                <a:solidFill>
                  <a:srgbClr val="313131"/>
                </a:solidFill>
                <a:effectLst/>
                <a:uFillTx/>
                <a:latin typeface="Arial MT"/>
              </a:rPr>
              <a:t>actualmente</a:t>
            </a:r>
            <a:r>
              <a:rPr lang="en-US" sz="2200" b="0" u="none" strike="noStrike" spc="96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 dirty="0" err="1">
                <a:solidFill>
                  <a:srgbClr val="313131"/>
                </a:solidFill>
                <a:effectLst/>
                <a:uFillTx/>
                <a:latin typeface="Arial MT"/>
              </a:rPr>
              <a:t>dependen</a:t>
            </a:r>
            <a:r>
              <a:rPr lang="en-US" sz="2200" b="0" u="none" strike="noStrike" spc="-14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0" dirty="0">
                <a:solidFill>
                  <a:srgbClr val="343434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5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" dirty="0" err="1">
                <a:solidFill>
                  <a:srgbClr val="313131"/>
                </a:solidFill>
                <a:effectLst/>
                <a:uFillTx/>
                <a:latin typeface="Arial MT"/>
              </a:rPr>
              <a:t>mediciones</a:t>
            </a:r>
            <a:r>
              <a:rPr lang="en-US" sz="2200" b="0" u="none" strike="noStrike" spc="-11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0" dirty="0" err="1">
                <a:solidFill>
                  <a:srgbClr val="313131"/>
                </a:solidFill>
                <a:effectLst/>
                <a:uFillTx/>
                <a:latin typeface="Arial MT"/>
              </a:rPr>
              <a:t>manuales</a:t>
            </a:r>
            <a:r>
              <a:rPr lang="en-US" sz="2200" b="0" u="none" strike="noStrike" spc="14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0" dirty="0" err="1">
                <a:solidFill>
                  <a:srgbClr val="2D2D2D"/>
                </a:solidFill>
                <a:effectLst/>
                <a:uFillTx/>
                <a:latin typeface="Arial MT"/>
              </a:rPr>
              <a:t>esporádicas</a:t>
            </a:r>
            <a:r>
              <a:rPr lang="en-US" sz="2200" b="0" u="none" strike="noStrike" spc="-130" dirty="0">
                <a:solidFill>
                  <a:srgbClr val="2D2D2D"/>
                </a:solidFill>
                <a:effectLst/>
                <a:uFillTx/>
                <a:latin typeface="Arial MT"/>
              </a:rPr>
              <a:t>.</a:t>
            </a:r>
            <a:r>
              <a:rPr lang="en-US" sz="2200" b="0" u="none" strike="noStrike" spc="-26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24" dirty="0">
                <a:solidFill>
                  <a:srgbClr val="313131"/>
                </a:solidFill>
                <a:effectLst/>
                <a:uFillTx/>
                <a:latin typeface="Arial MT"/>
              </a:rPr>
              <a:t>Una</a:t>
            </a:r>
            <a:r>
              <a:rPr lang="en-US" sz="2200" b="0" u="none" strike="noStrike" spc="-34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74" dirty="0" err="1">
                <a:solidFill>
                  <a:srgbClr val="2D2D2D"/>
                </a:solidFill>
                <a:effectLst/>
                <a:uFillTx/>
                <a:latin typeface="Arial MT"/>
              </a:rPr>
              <a:t>detección</a:t>
            </a:r>
            <a:r>
              <a:rPr lang="en-US" sz="2200" b="0" u="none" strike="noStrike" spc="-40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 dirty="0" err="1">
                <a:solidFill>
                  <a:srgbClr val="313131"/>
                </a:solidFill>
                <a:effectLst/>
                <a:uFillTx/>
                <a:latin typeface="Arial MT"/>
              </a:rPr>
              <a:t>tardía</a:t>
            </a:r>
            <a:r>
              <a:rPr lang="en-US" sz="2200" b="0" u="none" strike="noStrike" spc="-14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0" dirty="0">
                <a:solidFill>
                  <a:srgbClr val="2D2D2D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5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1" dirty="0" err="1">
                <a:solidFill>
                  <a:srgbClr val="2D2D2D"/>
                </a:solidFill>
                <a:effectLst/>
                <a:uFillTx/>
                <a:latin typeface="Arial MT"/>
              </a:rPr>
              <a:t>fallas</a:t>
            </a:r>
            <a:r>
              <a:rPr lang="en-US" sz="2200" b="0" u="none" strike="noStrike" spc="-71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45" dirty="0" err="1">
                <a:solidFill>
                  <a:srgbClr val="2F2F2F"/>
                </a:solidFill>
                <a:effectLst/>
                <a:uFillTx/>
                <a:latin typeface="Arial MT"/>
              </a:rPr>
              <a:t>puede</a:t>
            </a:r>
            <a:r>
              <a:rPr lang="en-US" sz="2200" b="0" u="none" strike="noStrike" dirty="0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1" dirty="0" err="1">
                <a:solidFill>
                  <a:srgbClr val="333333"/>
                </a:solidFill>
                <a:effectLst/>
                <a:uFillTx/>
                <a:latin typeface="Arial MT"/>
              </a:rPr>
              <a:t>provocar</a:t>
            </a:r>
            <a:r>
              <a:rPr lang="en-US" sz="2200" b="0" u="none" strike="noStrike" spc="164" dirty="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85" dirty="0" err="1">
                <a:solidFill>
                  <a:srgbClr val="2D2D2D"/>
                </a:solidFill>
                <a:effectLst/>
                <a:uFillTx/>
                <a:latin typeface="Arial MT"/>
              </a:rPr>
              <a:t>severas</a:t>
            </a:r>
            <a:r>
              <a:rPr lang="en-US" sz="2200" b="0" u="none" strike="noStrike" spc="-85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84" dirty="0" err="1">
                <a:solidFill>
                  <a:srgbClr val="2A2A2A"/>
                </a:solidFill>
                <a:effectLst/>
                <a:uFillTx/>
                <a:latin typeface="Arial MT"/>
              </a:rPr>
              <a:t>mermas</a:t>
            </a:r>
            <a:r>
              <a:rPr lang="en-US" sz="2200" b="0" u="none" strike="noStrike" spc="31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1" dirty="0" err="1">
                <a:solidFill>
                  <a:srgbClr val="262626"/>
                </a:solidFill>
                <a:effectLst/>
                <a:uFillTx/>
                <a:latin typeface="Arial MT"/>
              </a:rPr>
              <a:t>económicas</a:t>
            </a:r>
            <a:r>
              <a:rPr lang="en-US" sz="2200" b="0" u="none" strike="noStrike" spc="-45" dirty="0">
                <a:solidFill>
                  <a:srgbClr val="26262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59" dirty="0">
                <a:solidFill>
                  <a:srgbClr val="3B3B3B"/>
                </a:solidFill>
                <a:effectLst/>
                <a:uFillTx/>
                <a:latin typeface="Arial MT"/>
              </a:rPr>
              <a:t>y</a:t>
            </a:r>
            <a:r>
              <a:rPr lang="en-US" sz="2200" b="0" u="none" strike="noStrike" spc="-54" dirty="0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9" dirty="0" err="1">
                <a:solidFill>
                  <a:srgbClr val="242424"/>
                </a:solidFill>
                <a:effectLst/>
                <a:uFillTx/>
                <a:latin typeface="Arial MT"/>
              </a:rPr>
              <a:t>sanciones</a:t>
            </a:r>
            <a:r>
              <a:rPr lang="en-US" sz="2200" b="0" u="none" strike="noStrike" spc="65" dirty="0">
                <a:solidFill>
                  <a:srgbClr val="24242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34" dirty="0" err="1">
                <a:solidFill>
                  <a:srgbClr val="262626"/>
                </a:solidFill>
                <a:effectLst/>
                <a:uFillTx/>
                <a:latin typeface="Arial MT"/>
              </a:rPr>
              <a:t>sanitarias</a:t>
            </a:r>
            <a:r>
              <a:rPr lang="en-US" sz="2200" b="0" u="none" strike="noStrike" spc="-34" dirty="0">
                <a:solidFill>
                  <a:srgbClr val="262626"/>
                </a:solidFill>
                <a:effectLst/>
                <a:uFillTx/>
                <a:latin typeface="Arial MT"/>
              </a:rPr>
              <a:t>.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object 7"/>
          <p:cNvSpPr/>
          <p:nvPr/>
        </p:nvSpPr>
        <p:spPr>
          <a:xfrm>
            <a:off x="11392200" y="4232520"/>
            <a:ext cx="1801800" cy="35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152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2200" b="0" u="none" strike="noStrike" spc="-235">
                <a:solidFill>
                  <a:srgbClr val="0862A3"/>
                </a:solidFill>
                <a:effectLst/>
                <a:uFillTx/>
                <a:latin typeface="Arial MT"/>
              </a:rPr>
              <a:t>Zona</a:t>
            </a:r>
            <a:r>
              <a:rPr lang="en-US" sz="2200" b="0" u="none" strike="noStrike" spc="60">
                <a:solidFill>
                  <a:srgbClr val="0862A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1">
                <a:solidFill>
                  <a:srgbClr val="003F77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306">
                <a:solidFill>
                  <a:srgbClr val="003F77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60">
                <a:solidFill>
                  <a:srgbClr val="133F6B"/>
                </a:solidFill>
                <a:effectLst/>
                <a:uFillTx/>
                <a:latin typeface="Arial MT"/>
              </a:rPr>
              <a:t>Control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object 8"/>
          <p:cNvSpPr/>
          <p:nvPr/>
        </p:nvSpPr>
        <p:spPr>
          <a:xfrm>
            <a:off x="1495440" y="7689960"/>
            <a:ext cx="8541000" cy="62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 indent="-720">
              <a:lnSpc>
                <a:spcPct val="108000"/>
              </a:lnSpc>
              <a:spcBef>
                <a:spcPts val="96"/>
              </a:spcBef>
              <a:tabLst>
                <a:tab pos="0" algn="l"/>
              </a:tabLst>
            </a:pPr>
            <a:r>
              <a:rPr lang="en-US" sz="1800" b="0" u="none" strike="noStrike" spc="-51">
                <a:solidFill>
                  <a:srgbClr val="9A1F23"/>
                </a:solidFill>
                <a:effectLst/>
                <a:uFillTx/>
                <a:latin typeface="Arial MT"/>
              </a:rPr>
              <a:t>A</a:t>
            </a:r>
            <a:r>
              <a:rPr lang="en-US" sz="1800" b="0" u="none" strike="noStrike">
                <a:solidFill>
                  <a:srgbClr val="9A1F23"/>
                </a:solidFill>
                <a:effectLst/>
                <a:uFillTx/>
                <a:latin typeface="Arial MT"/>
              </a:rPr>
              <a:t>	</a:t>
            </a:r>
            <a:r>
              <a:rPr lang="en-US" sz="1800" b="0" u="none" strike="noStrike">
                <a:solidFill>
                  <a:srgbClr val="642638"/>
                </a:solidFill>
                <a:effectLst/>
                <a:uFillTx/>
                <a:latin typeface="Arial MT"/>
              </a:rPr>
              <a:t>Impacto</a:t>
            </a:r>
            <a:r>
              <a:rPr lang="en-US" sz="1800" b="0" u="none" strike="noStrike" spc="-125">
                <a:solidFill>
                  <a:srgbClr val="64263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90363F"/>
                </a:solidFill>
                <a:effectLst/>
                <a:uFillTx/>
                <a:latin typeface="Arial MT"/>
              </a:rPr>
              <a:t>crítico:</a:t>
            </a:r>
            <a:r>
              <a:rPr lang="en-US" sz="1800" b="0" u="none" strike="noStrike" spc="-125">
                <a:solidFill>
                  <a:srgbClr val="90363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91">
                <a:solidFill>
                  <a:srgbClr val="7E363B"/>
                </a:solidFill>
                <a:effectLst/>
                <a:uFillTx/>
                <a:latin typeface="Arial MT"/>
              </a:rPr>
              <a:t>U</a:t>
            </a:r>
            <a:r>
              <a:rPr lang="en-US" sz="1800" b="0" u="none" strike="noStrike" spc="-91">
                <a:solidFill>
                  <a:srgbClr val="935E79"/>
                </a:solidFill>
                <a:effectLst/>
                <a:uFillTx/>
                <a:latin typeface="Arial MT"/>
              </a:rPr>
              <a:t>na</a:t>
            </a:r>
            <a:r>
              <a:rPr lang="en-US" sz="1800" b="0" u="none" strike="noStrike" spc="-85">
                <a:solidFill>
                  <a:srgbClr val="935E7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E89AAC"/>
                </a:solidFill>
                <a:effectLst/>
                <a:uFillTx/>
                <a:latin typeface="Arial MT"/>
              </a:rPr>
              <a:t>detección</a:t>
            </a:r>
            <a:r>
              <a:rPr lang="en-US" sz="1800" b="0" u="none" strike="noStrike" spc="-113">
                <a:solidFill>
                  <a:srgbClr val="E89AAC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85">
                <a:solidFill>
                  <a:srgbClr val="C37279"/>
                </a:solidFill>
                <a:effectLst/>
                <a:uFillTx/>
                <a:latin typeface="Arial MT"/>
              </a:rPr>
              <a:t>tardía</a:t>
            </a:r>
            <a:r>
              <a:rPr lang="en-US" sz="1800" b="0" u="none" strike="noStrike" spc="-40">
                <a:solidFill>
                  <a:srgbClr val="C3727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6">
                <a:solidFill>
                  <a:srgbClr val="A55B77"/>
                </a:solidFill>
                <a:effectLst/>
                <a:uFillTx/>
                <a:latin typeface="Arial MT"/>
              </a:rPr>
              <a:t>puede</a:t>
            </a:r>
            <a:r>
              <a:rPr lang="en-US" sz="1800" b="0" u="none" strike="noStrike" spc="-14">
                <a:solidFill>
                  <a:srgbClr val="A55B77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31">
                <a:solidFill>
                  <a:srgbClr val="89343A"/>
                </a:solidFill>
                <a:effectLst/>
                <a:uFillTx/>
                <a:latin typeface="Arial MT"/>
              </a:rPr>
              <a:t>generar </a:t>
            </a:r>
            <a:r>
              <a:rPr lang="en-US" sz="1800" b="0" u="none" strike="noStrike" spc="-40">
                <a:solidFill>
                  <a:srgbClr val="8C7979"/>
                </a:solidFill>
                <a:effectLst/>
                <a:uFillTx/>
                <a:latin typeface="Arial MT"/>
              </a:rPr>
              <a:t>pérdidas</a:t>
            </a:r>
            <a:r>
              <a:rPr lang="en-US" sz="1800" b="0" u="none" strike="noStrike" spc="-85">
                <a:solidFill>
                  <a:srgbClr val="8C797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7C3344"/>
                </a:solidFill>
                <a:effectLst/>
                <a:uFillTx/>
                <a:latin typeface="Arial MT"/>
              </a:rPr>
              <a:t>económicas</a:t>
            </a:r>
            <a:r>
              <a:rPr lang="en-US" sz="1800" b="0" u="none" strike="noStrike" spc="31">
                <a:solidFill>
                  <a:srgbClr val="7C334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74">
                <a:solidFill>
                  <a:srgbClr val="8C2134"/>
                </a:solidFill>
                <a:effectLst/>
                <a:uFillTx/>
                <a:latin typeface="Arial MT"/>
              </a:rPr>
              <a:t>y</a:t>
            </a:r>
            <a:r>
              <a:rPr lang="en-US" sz="1800" b="0" u="none" strike="noStrike" spc="-119">
                <a:solidFill>
                  <a:srgbClr val="8C213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A06269"/>
                </a:solidFill>
                <a:effectLst/>
                <a:uFillTx/>
                <a:latin typeface="Arial MT"/>
              </a:rPr>
              <a:t>riesgos </a:t>
            </a:r>
            <a:r>
              <a:rPr lang="en-US" sz="1800" b="0" u="none" strike="noStrike" spc="-51">
                <a:solidFill>
                  <a:srgbClr val="D1AF9E"/>
                </a:solidFill>
                <a:effectLst/>
                <a:uFillTx/>
                <a:latin typeface="Arial MT"/>
              </a:rPr>
              <a:t>sanitarios</a:t>
            </a:r>
            <a:r>
              <a:rPr lang="en-US" sz="1800" b="0" u="none" strike="noStrike" spc="-40">
                <a:solidFill>
                  <a:srgbClr val="D1AF9E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6">
                <a:solidFill>
                  <a:srgbClr val="976077"/>
                </a:solidFill>
                <a:effectLst/>
                <a:uFillTx/>
                <a:latin typeface="Arial MT"/>
              </a:rPr>
              <a:t>irreversibles</a:t>
            </a:r>
            <a:r>
              <a:rPr lang="en-US" sz="1800" b="0" u="none" strike="noStrike" spc="20">
                <a:solidFill>
                  <a:srgbClr val="976077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99">
                <a:solidFill>
                  <a:srgbClr val="AA6E97"/>
                </a:solidFill>
                <a:effectLst/>
                <a:uFillTx/>
                <a:latin typeface="Arial MT"/>
              </a:rPr>
              <a:t>para</a:t>
            </a:r>
            <a:r>
              <a:rPr lang="en-US" sz="1800" b="0" u="none" strike="noStrike" spc="-51">
                <a:solidFill>
                  <a:srgbClr val="AA6E97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5D1A1F"/>
                </a:solidFill>
                <a:effectLst/>
                <a:uFillTx/>
                <a:latin typeface="Arial MT"/>
              </a:rPr>
              <a:t>el</a:t>
            </a:r>
            <a:r>
              <a:rPr lang="en-US" sz="1800" b="0" u="none" strike="noStrike" spc="-181">
                <a:solidFill>
                  <a:srgbClr val="5D1A1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CF958C"/>
                </a:solidFill>
                <a:effectLst/>
                <a:uFillTx/>
                <a:latin typeface="Arial MT"/>
              </a:rPr>
              <a:t>consumidor.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object 9"/>
          <p:cNvSpPr/>
          <p:nvPr/>
        </p:nvSpPr>
        <p:spPr>
          <a:xfrm>
            <a:off x="11386440" y="4870080"/>
            <a:ext cx="1323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 spc="-91">
                <a:solidFill>
                  <a:srgbClr val="282828"/>
                </a:solidFill>
                <a:effectLst/>
                <a:uFillTx/>
                <a:latin typeface="Arial MT"/>
              </a:rPr>
              <a:t>Refrigeración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object 10"/>
          <p:cNvSpPr/>
          <p:nvPr/>
        </p:nvSpPr>
        <p:spPr>
          <a:xfrm>
            <a:off x="11385720" y="5419800"/>
            <a:ext cx="1239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 spc="-99">
                <a:solidFill>
                  <a:srgbClr val="2D2D2D"/>
                </a:solidFill>
                <a:effectLst/>
                <a:uFillTx/>
                <a:latin typeface="Arial MT"/>
              </a:rPr>
              <a:t>Congelación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object 11"/>
          <p:cNvSpPr/>
          <p:nvPr/>
        </p:nvSpPr>
        <p:spPr>
          <a:xfrm>
            <a:off x="16911360" y="1148760"/>
            <a:ext cx="1761120" cy="28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8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25"/>
              </a:spcBef>
              <a:tabLst>
                <a:tab pos="442080" algn="l"/>
              </a:tabLst>
            </a:pPr>
            <a:r>
              <a:rPr lang="en-US" sz="1650" b="0" u="none" strike="noStrike" spc="-26">
                <a:solidFill>
                  <a:srgbClr val="083467"/>
                </a:solidFill>
                <a:effectLst/>
                <a:uFillTx/>
                <a:latin typeface="Calibri"/>
              </a:rPr>
              <a:t>01.</a:t>
            </a:r>
            <a:r>
              <a:rPr lang="en-US" sz="1650" b="0" u="none" strike="noStrike">
                <a:solidFill>
                  <a:srgbClr val="083467"/>
                </a:solidFill>
                <a:effectLst/>
                <a:uFillTx/>
                <a:latin typeface="Calibri"/>
              </a:rPr>
              <a:t>	</a:t>
            </a:r>
            <a:r>
              <a:rPr lang="en-US" sz="1650" b="0" u="none" strike="noStrike" spc="-34">
                <a:solidFill>
                  <a:srgbClr val="184B82"/>
                </a:solidFill>
                <a:effectLst/>
                <a:uFillTx/>
                <a:latin typeface="Calibri"/>
              </a:rPr>
              <a:t>INTRODUCCIÓN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object 12"/>
          <p:cNvSpPr/>
          <p:nvPr/>
        </p:nvSpPr>
        <p:spPr>
          <a:xfrm>
            <a:off x="14274360" y="4241880"/>
            <a:ext cx="3155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 dirty="0" err="1">
                <a:solidFill>
                  <a:srgbClr val="003370"/>
                </a:solidFill>
                <a:effectLst/>
                <a:uFillTx/>
                <a:latin typeface="Arial MT"/>
              </a:rPr>
              <a:t>T</a:t>
            </a:r>
            <a:r>
              <a:rPr lang="en-US" sz="1900" b="0" u="none" strike="noStrike" dirty="0" err="1">
                <a:solidFill>
                  <a:srgbClr val="0A2F69"/>
                </a:solidFill>
                <a:effectLst/>
                <a:uFillTx/>
                <a:latin typeface="Arial MT"/>
              </a:rPr>
              <a:t>emperatura</a:t>
            </a:r>
            <a:r>
              <a:rPr lang="en-US" sz="1900" b="0" u="none" strike="noStrike" spc="11" dirty="0">
                <a:solidFill>
                  <a:srgbClr val="0A2F69"/>
                </a:solidFill>
                <a:effectLst/>
                <a:uFillTx/>
                <a:latin typeface="Arial MT"/>
              </a:rPr>
              <a:t>  </a:t>
            </a:r>
            <a:r>
              <a:rPr lang="en-US" sz="1900" b="0" u="none" strike="noStrike" spc="-11" dirty="0" err="1">
                <a:solidFill>
                  <a:srgbClr val="00529E"/>
                </a:solidFill>
                <a:effectLst/>
                <a:uFillTx/>
                <a:latin typeface="Arial MT"/>
              </a:rPr>
              <a:t>Recomendada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object 13"/>
          <p:cNvSpPr/>
          <p:nvPr/>
        </p:nvSpPr>
        <p:spPr>
          <a:xfrm>
            <a:off x="14268960" y="4886280"/>
            <a:ext cx="98892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156">
                <a:solidFill>
                  <a:srgbClr val="4D77D4"/>
                </a:solidFill>
                <a:effectLst/>
                <a:uFillTx/>
                <a:latin typeface="Arial MT"/>
              </a:rPr>
              <a:t>O°C</a:t>
            </a:r>
            <a:r>
              <a:rPr lang="en-US" sz="1800" b="0" u="none" strike="noStrike" spc="6">
                <a:solidFill>
                  <a:srgbClr val="4D77D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91">
                <a:solidFill>
                  <a:srgbClr val="2436C1"/>
                </a:solidFill>
                <a:effectLst/>
                <a:uFillTx/>
                <a:latin typeface="Arial MT"/>
              </a:rPr>
              <a:t>a</a:t>
            </a:r>
            <a:r>
              <a:rPr lang="en-US" sz="1800" b="0" u="none" strike="noStrike" spc="-190">
                <a:solidFill>
                  <a:srgbClr val="2436C1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31">
                <a:solidFill>
                  <a:srgbClr val="18368C"/>
                </a:solidFill>
                <a:effectLst/>
                <a:uFillTx/>
                <a:latin typeface="Arial MT"/>
              </a:rPr>
              <a:t>5°C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object 2"/>
          <p:cNvSpPr/>
          <p:nvPr/>
        </p:nvSpPr>
        <p:spPr>
          <a:xfrm>
            <a:off x="1272240" y="2332440"/>
            <a:ext cx="17560080" cy="360"/>
          </a:xfrm>
          <a:custGeom>
            <a:avLst/>
            <a:gdLst>
              <a:gd name="textAreaLeft" fmla="*/ 0 w 17560080"/>
              <a:gd name="textAreaRight" fmla="*/ 17560440 w 1756008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7560290">
                <a:moveTo>
                  <a:pt x="0" y="0"/>
                </a:moveTo>
                <a:lnTo>
                  <a:pt x="17559675" y="0"/>
                </a:lnTo>
              </a:path>
            </a:pathLst>
          </a:custGeom>
          <a:noFill/>
          <a:ln w="47118">
            <a:solidFill>
              <a:srgbClr val="0141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object 3"/>
          <p:cNvPicPr/>
          <p:nvPr/>
        </p:nvPicPr>
        <p:blipFill>
          <a:blip r:embed="rId2"/>
          <a:stretch/>
        </p:blipFill>
        <p:spPr>
          <a:xfrm>
            <a:off x="10617480" y="7327080"/>
            <a:ext cx="250920" cy="28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220400" y="857520"/>
            <a:ext cx="13772880" cy="771840"/>
          </a:xfrm>
          <a:prstGeom prst="rect">
            <a:avLst/>
          </a:prstGeom>
          <a:noFill/>
          <a:ln w="0">
            <a:noFill/>
          </a:ln>
        </p:spPr>
        <p:txBody>
          <a:bodyPr lIns="0" tIns="82080" rIns="0" bIns="0" anchor="t">
            <a:spAutoFit/>
          </a:bodyPr>
          <a:lstStyle/>
          <a:p>
            <a:pPr marL="24840" indent="0" algn="l">
              <a:lnSpc>
                <a:spcPct val="100000"/>
              </a:lnSpc>
              <a:spcBef>
                <a:spcPts val="130"/>
              </a:spcBef>
              <a:buNone/>
            </a:pPr>
            <a:r>
              <a:rPr lang="en-US" sz="4350" b="0" u="none" strike="noStrike" spc="99">
                <a:solidFill>
                  <a:srgbClr val="013D7E"/>
                </a:solidFill>
                <a:effectLst/>
                <a:uFillTx/>
                <a:latin typeface="Arial MT"/>
              </a:rPr>
              <a:t>Objetivos</a:t>
            </a:r>
            <a:r>
              <a:rPr lang="en-US" sz="4350" b="0" u="none" strike="noStrike" spc="65">
                <a:solidFill>
                  <a:srgbClr val="013D7E"/>
                </a:solidFill>
                <a:effectLst/>
                <a:uFillTx/>
                <a:latin typeface="Arial MT"/>
              </a:rPr>
              <a:t> </a:t>
            </a:r>
            <a:r>
              <a:rPr lang="en-US" sz="4350" b="0" u="none" strike="noStrike" spc="139">
                <a:solidFill>
                  <a:srgbClr val="0E4F93"/>
                </a:solidFill>
                <a:effectLst/>
                <a:uFillTx/>
                <a:latin typeface="Arial MT"/>
              </a:rPr>
              <a:t>Académicos</a:t>
            </a:r>
            <a:r>
              <a:rPr lang="en-US" sz="4350" b="0" u="none" strike="noStrike" spc="-40">
                <a:solidFill>
                  <a:srgbClr val="0E4F93"/>
                </a:solidFill>
                <a:effectLst/>
                <a:uFillTx/>
                <a:latin typeface="Arial MT"/>
              </a:rPr>
              <a:t> </a:t>
            </a:r>
            <a:r>
              <a:rPr lang="en-US" sz="4350" b="0" u="none" strike="noStrike" spc="130">
                <a:solidFill>
                  <a:srgbClr val="003A7C"/>
                </a:solidFill>
                <a:effectLst/>
                <a:uFillTx/>
                <a:latin typeface="Arial MT"/>
              </a:rPr>
              <a:t>y</a:t>
            </a:r>
            <a:r>
              <a:rPr lang="en-US" sz="4350" b="0" u="none" strike="noStrike" spc="-91">
                <a:solidFill>
                  <a:srgbClr val="003A7C"/>
                </a:solidFill>
                <a:effectLst/>
                <a:uFillTx/>
                <a:latin typeface="Arial MT"/>
              </a:rPr>
              <a:t> </a:t>
            </a:r>
            <a:r>
              <a:rPr lang="en-US" sz="4350" b="0" u="none" strike="noStrike" spc="-11">
                <a:solidFill>
                  <a:srgbClr val="003F82"/>
                </a:solidFill>
                <a:effectLst/>
                <a:uFillTx/>
                <a:latin typeface="Arial MT"/>
              </a:rPr>
              <a:t>Técnicos</a:t>
            </a:r>
            <a:endParaRPr lang="en-US" sz="43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3" name="object 5"/>
          <p:cNvSpPr/>
          <p:nvPr/>
        </p:nvSpPr>
        <p:spPr>
          <a:xfrm>
            <a:off x="1474560" y="2447280"/>
            <a:ext cx="16482240" cy="126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778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400"/>
              </a:spcBef>
              <a:tabLst>
                <a:tab pos="405720" algn="l"/>
              </a:tabLst>
            </a:pPr>
            <a:r>
              <a:rPr lang="en-US" sz="1900" b="0" u="none" strike="noStrike" dirty="0">
                <a:solidFill>
                  <a:srgbClr val="004B85"/>
                </a:solidFill>
                <a:effectLst/>
                <a:uFillTx/>
                <a:latin typeface="Calibri"/>
              </a:rPr>
              <a:t>@	</a:t>
            </a:r>
            <a:r>
              <a:rPr lang="en-US" sz="1900" b="0" u="none" strike="noStrike" spc="289" dirty="0" err="1">
                <a:solidFill>
                  <a:srgbClr val="073677"/>
                </a:solidFill>
                <a:effectLst/>
                <a:uFillTx/>
                <a:latin typeface="Calibri"/>
              </a:rPr>
              <a:t>Objetivo</a:t>
            </a:r>
            <a:r>
              <a:rPr lang="en-US" sz="1900" b="0" u="none" strike="noStrike" spc="14" dirty="0">
                <a:solidFill>
                  <a:srgbClr val="073677"/>
                </a:solidFill>
                <a:effectLst/>
                <a:uFillTx/>
                <a:latin typeface="Calibri"/>
              </a:rPr>
              <a:t> </a:t>
            </a:r>
            <a:r>
              <a:rPr lang="en-US" sz="1900" b="0" u="none" strike="noStrike" spc="289" dirty="0">
                <a:solidFill>
                  <a:srgbClr val="003D70"/>
                </a:solidFill>
                <a:effectLst/>
                <a:uFillTx/>
                <a:latin typeface="Calibri"/>
              </a:rPr>
              <a:t>Genera</a:t>
            </a:r>
            <a:r>
              <a:rPr lang="en-US" sz="1900" b="0" u="none" strike="noStrike" spc="-249" dirty="0">
                <a:solidFill>
                  <a:srgbClr val="003D70"/>
                </a:solidFill>
                <a:effectLst/>
                <a:uFillTx/>
                <a:latin typeface="Calibri"/>
              </a:rPr>
              <a:t> </a:t>
            </a:r>
            <a:r>
              <a:rPr lang="en-US" sz="1900" b="0" u="none" strike="noStrike" spc="156" dirty="0">
                <a:solidFill>
                  <a:srgbClr val="003F7E"/>
                </a:solidFill>
                <a:effectLst/>
                <a:uFillTx/>
                <a:latin typeface="Calibri"/>
              </a:rPr>
              <a:t>I</a:t>
            </a:r>
            <a:r>
              <a:rPr lang="en-US" sz="1900" b="0" u="none" strike="noStrike" spc="-54" dirty="0">
                <a:solidFill>
                  <a:srgbClr val="003F7E"/>
                </a:solidFill>
                <a:effectLst/>
                <a:uFillTx/>
                <a:latin typeface="Calibri"/>
              </a:rPr>
              <a:t> </a:t>
            </a:r>
            <a:r>
              <a:rPr lang="en-US" sz="1900" b="0" u="none" strike="noStrike" spc="241" dirty="0">
                <a:solidFill>
                  <a:srgbClr val="004690"/>
                </a:solidFill>
                <a:effectLst/>
                <a:uFillTx/>
                <a:latin typeface="Calibri"/>
              </a:rPr>
              <a:t>del</a:t>
            </a:r>
            <a:r>
              <a:rPr lang="en-US" sz="1900" b="0" u="none" strike="noStrike" spc="145" dirty="0">
                <a:solidFill>
                  <a:srgbClr val="004690"/>
                </a:solidFill>
                <a:effectLst/>
                <a:uFillTx/>
                <a:latin typeface="Calibri"/>
              </a:rPr>
              <a:t> </a:t>
            </a:r>
            <a:r>
              <a:rPr lang="en-US" sz="1900" b="0" u="none" strike="noStrike" spc="300" dirty="0">
                <a:solidFill>
                  <a:srgbClr val="003F8C"/>
                </a:solidFill>
                <a:effectLst/>
                <a:uFillTx/>
                <a:latin typeface="Calibri"/>
              </a:rPr>
              <a:t>Proyecto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400" indent="-3240">
              <a:lnSpc>
                <a:spcPct val="113000"/>
              </a:lnSpc>
              <a:spcBef>
                <a:spcPts val="989"/>
              </a:spcBef>
              <a:tabLst>
                <a:tab pos="0" algn="l"/>
              </a:tabLst>
            </a:pPr>
            <a:r>
              <a:rPr lang="en-US" sz="1900" b="0" u="none" strike="noStrike" spc="-71" dirty="0" err="1">
                <a:solidFill>
                  <a:srgbClr val="151515"/>
                </a:solidFill>
                <a:effectLst/>
                <a:uFillTx/>
                <a:latin typeface="Arial MT"/>
              </a:rPr>
              <a:t>Diseñar</a:t>
            </a:r>
            <a:r>
              <a:rPr lang="en-US" sz="1900" b="0" u="none" strike="noStrike" spc="-65" dirty="0">
                <a:solidFill>
                  <a:srgbClr val="151515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dirty="0">
                <a:solidFill>
                  <a:srgbClr val="1A1A1A"/>
                </a:solidFill>
                <a:effectLst/>
                <a:uFillTx/>
                <a:latin typeface="Arial MT"/>
              </a:rPr>
              <a:t>e</a:t>
            </a:r>
            <a:r>
              <a:rPr lang="en-US" sz="1900" b="0" u="none" strike="noStrike" spc="-130" dirty="0">
                <a:solidFill>
                  <a:srgbClr val="1A1A1A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51" dirty="0" err="1">
                <a:solidFill>
                  <a:srgbClr val="1A1A1A"/>
                </a:solidFill>
                <a:effectLst/>
                <a:uFillTx/>
                <a:latin typeface="Arial MT"/>
              </a:rPr>
              <a:t>implementar</a:t>
            </a:r>
            <a:r>
              <a:rPr lang="en-US" sz="1900" b="0" u="none" strike="noStrike" spc="34" dirty="0">
                <a:solidFill>
                  <a:srgbClr val="1A1A1A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60" dirty="0">
                <a:solidFill>
                  <a:srgbClr val="1D1D1D"/>
                </a:solidFill>
                <a:effectLst/>
                <a:uFillTx/>
                <a:latin typeface="Arial MT"/>
              </a:rPr>
              <a:t>un</a:t>
            </a:r>
            <a:r>
              <a:rPr lang="en-US" sz="1900" b="0" u="none" strike="noStrike" spc="-71" dirty="0">
                <a:solidFill>
                  <a:srgbClr val="1D1D1D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65" dirty="0" err="1">
                <a:solidFill>
                  <a:srgbClr val="181818"/>
                </a:solidFill>
                <a:effectLst/>
                <a:uFillTx/>
                <a:latin typeface="Arial MT"/>
              </a:rPr>
              <a:t>sistema</a:t>
            </a:r>
            <a:r>
              <a:rPr lang="en-US" sz="1900" b="0" u="none" strike="noStrike" spc="40" dirty="0">
                <a:solidFill>
                  <a:srgbClr val="181818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31" dirty="0" err="1">
                <a:solidFill>
                  <a:srgbClr val="1C1C1C"/>
                </a:solidFill>
                <a:effectLst/>
                <a:uFillTx/>
                <a:latin typeface="Arial MT"/>
              </a:rPr>
              <a:t>embebido</a:t>
            </a:r>
            <a:r>
              <a:rPr lang="en-US" sz="1900" b="0" u="none" strike="noStrike" spc="-14" dirty="0">
                <a:solidFill>
                  <a:srgbClr val="1C1C1C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6" dirty="0" err="1">
                <a:solidFill>
                  <a:srgbClr val="131313"/>
                </a:solidFill>
                <a:effectLst/>
                <a:uFillTx/>
                <a:latin typeface="Arial MT"/>
              </a:rPr>
              <a:t>robusto</a:t>
            </a:r>
            <a:r>
              <a:rPr lang="en-US" sz="1900" b="0" u="none" strike="noStrike" spc="-60" dirty="0">
                <a:solidFill>
                  <a:srgbClr val="131313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31" dirty="0" err="1">
                <a:solidFill>
                  <a:srgbClr val="151515"/>
                </a:solidFill>
                <a:effectLst/>
                <a:uFillTx/>
                <a:latin typeface="Arial MT"/>
              </a:rPr>
              <a:t>basado</a:t>
            </a:r>
            <a:r>
              <a:rPr lang="en-US" sz="1900" b="0" u="none" strike="noStrike" spc="-91" dirty="0">
                <a:solidFill>
                  <a:srgbClr val="151515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60" dirty="0" err="1">
                <a:solidFill>
                  <a:srgbClr val="1A1A1A"/>
                </a:solidFill>
                <a:effectLst/>
                <a:uFillTx/>
                <a:latin typeface="Arial MT"/>
              </a:rPr>
              <a:t>en</a:t>
            </a:r>
            <a:r>
              <a:rPr lang="en-US" sz="1900" b="0" u="none" strike="noStrike" spc="-71" dirty="0">
                <a:solidFill>
                  <a:srgbClr val="1A1A1A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34" dirty="0" err="1">
                <a:solidFill>
                  <a:srgbClr val="1C1C1C"/>
                </a:solidFill>
                <a:effectLst/>
                <a:uFillTx/>
                <a:latin typeface="Arial MT"/>
              </a:rPr>
              <a:t>el</a:t>
            </a:r>
            <a:r>
              <a:rPr lang="en-US" sz="1900" b="0" u="none" strike="noStrike" spc="-96" dirty="0">
                <a:solidFill>
                  <a:srgbClr val="1C1C1C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31" dirty="0" err="1">
                <a:solidFill>
                  <a:srgbClr val="1C1C1C"/>
                </a:solidFill>
                <a:effectLst/>
                <a:uFillTx/>
                <a:latin typeface="Arial MT"/>
              </a:rPr>
              <a:t>microcontrolador</a:t>
            </a:r>
            <a:r>
              <a:rPr lang="en-US" sz="1900" b="0" u="none" strike="noStrike" spc="-6" dirty="0">
                <a:solidFill>
                  <a:srgbClr val="1C1C1C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dirty="0">
                <a:solidFill>
                  <a:srgbClr val="1F1F1F"/>
                </a:solidFill>
                <a:effectLst/>
                <a:uFillTx/>
                <a:latin typeface="Arial MT"/>
              </a:rPr>
              <a:t>Arduino</a:t>
            </a:r>
            <a:r>
              <a:rPr lang="en-US" sz="1900" b="0" u="none" strike="noStrike" spc="40" dirty="0">
                <a:solidFill>
                  <a:srgbClr val="1F1F1F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dirty="0">
                <a:solidFill>
                  <a:srgbClr val="232323"/>
                </a:solidFill>
                <a:effectLst/>
                <a:uFillTx/>
                <a:latin typeface="Arial MT"/>
              </a:rPr>
              <a:t>Mega</a:t>
            </a:r>
            <a:r>
              <a:rPr lang="en-US" sz="1900" b="0" u="none" strike="noStrike" spc="11" dirty="0">
                <a:solidFill>
                  <a:srgbClr val="232323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dirty="0">
                <a:solidFill>
                  <a:srgbClr val="1A1A1A"/>
                </a:solidFill>
                <a:effectLst/>
                <a:uFillTx/>
                <a:latin typeface="Arial MT"/>
              </a:rPr>
              <a:t>2560,</a:t>
            </a:r>
            <a:r>
              <a:rPr lang="en-US" sz="1900" b="0" u="none" strike="noStrike" spc="-79" dirty="0">
                <a:solidFill>
                  <a:srgbClr val="1A1A1A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dirty="0" err="1">
                <a:solidFill>
                  <a:srgbClr val="131313"/>
                </a:solidFill>
                <a:effectLst/>
                <a:uFillTx/>
                <a:latin typeface="Arial MT"/>
              </a:rPr>
              <a:t>capaz</a:t>
            </a:r>
            <a:r>
              <a:rPr lang="en-US" sz="1900" b="0" u="none" strike="noStrike" spc="40" dirty="0">
                <a:solidFill>
                  <a:srgbClr val="131313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dirty="0">
                <a:solidFill>
                  <a:srgbClr val="1D1D1D"/>
                </a:solidFill>
                <a:effectLst/>
                <a:uFillTx/>
                <a:latin typeface="Arial MT"/>
              </a:rPr>
              <a:t>de</a:t>
            </a:r>
            <a:r>
              <a:rPr lang="en-US" sz="1900" b="0" u="none" strike="noStrike" spc="-34" dirty="0">
                <a:solidFill>
                  <a:srgbClr val="1D1D1D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54" dirty="0" err="1">
                <a:solidFill>
                  <a:srgbClr val="131313"/>
                </a:solidFill>
                <a:effectLst/>
                <a:uFillTx/>
                <a:latin typeface="Arial MT"/>
              </a:rPr>
              <a:t>supervisar</a:t>
            </a:r>
            <a:r>
              <a:rPr lang="en-US" sz="1900" b="0" u="none" strike="noStrike" spc="79" dirty="0">
                <a:solidFill>
                  <a:srgbClr val="131313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34" dirty="0" err="1">
                <a:solidFill>
                  <a:srgbClr val="2A2A2A"/>
                </a:solidFill>
                <a:effectLst/>
                <a:uFillTx/>
                <a:latin typeface="Arial MT"/>
              </a:rPr>
              <a:t>múltiples</a:t>
            </a:r>
            <a:r>
              <a:rPr lang="en-US" sz="1900" b="0" u="none" strike="noStrike" spc="-14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60" dirty="0">
                <a:solidFill>
                  <a:srgbClr val="131313"/>
                </a:solidFill>
                <a:effectLst/>
                <a:uFillTx/>
                <a:latin typeface="Arial MT"/>
              </a:rPr>
              <a:t>zonas</a:t>
            </a:r>
            <a:r>
              <a:rPr lang="en-US" sz="1900" b="0" u="none" strike="noStrike" spc="-71" dirty="0">
                <a:solidFill>
                  <a:srgbClr val="131313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dirty="0">
                <a:solidFill>
                  <a:srgbClr val="181818"/>
                </a:solidFill>
                <a:effectLst/>
                <a:uFillTx/>
                <a:latin typeface="Arial MT"/>
              </a:rPr>
              <a:t>de</a:t>
            </a:r>
            <a:r>
              <a:rPr lang="en-US" sz="1900" b="0" u="none" strike="noStrike" spc="-105" dirty="0">
                <a:solidFill>
                  <a:srgbClr val="181818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0" dirty="0" err="1">
                <a:solidFill>
                  <a:srgbClr val="1C1C1C"/>
                </a:solidFill>
                <a:effectLst/>
                <a:uFillTx/>
                <a:latin typeface="Arial MT"/>
              </a:rPr>
              <a:t>conservación</a:t>
            </a:r>
            <a:r>
              <a:rPr lang="en-US" sz="1900" b="0" u="none" strike="noStrike" spc="-20" dirty="0">
                <a:solidFill>
                  <a:srgbClr val="1C1C1C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40" dirty="0" err="1">
                <a:solidFill>
                  <a:srgbClr val="212121"/>
                </a:solidFill>
                <a:effectLst/>
                <a:uFillTx/>
                <a:latin typeface="Arial MT"/>
              </a:rPr>
              <a:t>mediante</a:t>
            </a:r>
            <a:r>
              <a:rPr lang="en-US" sz="1900" b="0" u="none" strike="noStrike" spc="-34" dirty="0">
                <a:solidFill>
                  <a:srgbClr val="212121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79" dirty="0" err="1">
                <a:solidFill>
                  <a:srgbClr val="1A1A1A"/>
                </a:solidFill>
                <a:effectLst/>
                <a:uFillTx/>
                <a:latin typeface="Arial MT"/>
              </a:rPr>
              <a:t>sensores</a:t>
            </a:r>
            <a:r>
              <a:rPr lang="en-US" sz="1900" b="0" u="none" strike="noStrike" spc="-54" dirty="0">
                <a:solidFill>
                  <a:srgbClr val="1A1A1A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31" dirty="0" err="1">
                <a:solidFill>
                  <a:srgbClr val="181818"/>
                </a:solidFill>
                <a:effectLst/>
                <a:uFillTx/>
                <a:latin typeface="Arial MT"/>
              </a:rPr>
              <a:t>digitales</a:t>
            </a:r>
            <a:r>
              <a:rPr lang="en-US" sz="1900" b="0" u="none" strike="noStrike" spc="-31" dirty="0">
                <a:solidFill>
                  <a:srgbClr val="181818"/>
                </a:solidFill>
                <a:effectLst/>
                <a:uFillTx/>
                <a:latin typeface="Arial MT"/>
              </a:rPr>
              <a:t>, </a:t>
            </a:r>
            <a:r>
              <a:rPr lang="en-US" sz="1900" b="0" u="none" strike="noStrike" spc="-34" dirty="0" err="1">
                <a:solidFill>
                  <a:srgbClr val="0C0C0C"/>
                </a:solidFill>
                <a:effectLst/>
                <a:uFillTx/>
                <a:latin typeface="Arial MT"/>
              </a:rPr>
              <a:t>ejecutando</a:t>
            </a:r>
            <a:r>
              <a:rPr lang="en-US" sz="1900" b="0" u="none" strike="noStrike" spc="-20" dirty="0">
                <a:solidFill>
                  <a:srgbClr val="0C0C0C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74" dirty="0">
                <a:solidFill>
                  <a:srgbClr val="1C1C1C"/>
                </a:solidFill>
                <a:effectLst/>
                <a:uFillTx/>
                <a:latin typeface="Arial MT"/>
              </a:rPr>
              <a:t>una</a:t>
            </a:r>
            <a:r>
              <a:rPr lang="en-US" sz="1900" b="0" u="none" strike="noStrike" spc="-34" dirty="0">
                <a:solidFill>
                  <a:srgbClr val="1C1C1C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6" dirty="0" err="1">
                <a:solidFill>
                  <a:srgbClr val="161616"/>
                </a:solidFill>
                <a:effectLst/>
                <a:uFillTx/>
                <a:latin typeface="Arial MT"/>
              </a:rPr>
              <a:t>lógica</a:t>
            </a:r>
            <a:r>
              <a:rPr lang="en-US" sz="1900" b="0" u="none" strike="noStrike" spc="-40" dirty="0">
                <a:solidFill>
                  <a:srgbClr val="16161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31" dirty="0" err="1">
                <a:solidFill>
                  <a:srgbClr val="232323"/>
                </a:solidFill>
                <a:effectLst/>
                <a:uFillTx/>
                <a:latin typeface="Arial MT"/>
              </a:rPr>
              <a:t>inteligente</a:t>
            </a:r>
            <a:r>
              <a:rPr lang="en-US" sz="1900" b="0" u="none" strike="noStrike" spc="-34" dirty="0">
                <a:solidFill>
                  <a:srgbClr val="232323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dirty="0">
                <a:solidFill>
                  <a:srgbClr val="212121"/>
                </a:solidFill>
                <a:effectLst/>
                <a:uFillTx/>
                <a:latin typeface="Arial MT"/>
              </a:rPr>
              <a:t>de</a:t>
            </a:r>
            <a:r>
              <a:rPr lang="en-US" sz="1900" b="0" u="none" strike="noStrike" spc="-136" dirty="0">
                <a:solidFill>
                  <a:srgbClr val="212121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0" dirty="0">
                <a:solidFill>
                  <a:srgbClr val="1A1A1A"/>
                </a:solidFill>
                <a:effectLst/>
                <a:uFillTx/>
                <a:latin typeface="Arial MT"/>
              </a:rPr>
              <a:t>control</a:t>
            </a:r>
            <a:r>
              <a:rPr lang="en-US" sz="1900" b="0" u="none" strike="noStrike" spc="-85" dirty="0">
                <a:solidFill>
                  <a:srgbClr val="1A1A1A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0" dirty="0">
                <a:solidFill>
                  <a:srgbClr val="1A1A1A"/>
                </a:solidFill>
                <a:effectLst/>
                <a:uFillTx/>
                <a:latin typeface="Arial MT"/>
              </a:rPr>
              <a:t>para</a:t>
            </a:r>
            <a:r>
              <a:rPr lang="en-US" sz="1900" b="0" u="none" strike="noStrike" spc="-51" dirty="0">
                <a:solidFill>
                  <a:srgbClr val="1A1A1A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0" dirty="0" err="1">
                <a:solidFill>
                  <a:srgbClr val="1F1F1F"/>
                </a:solidFill>
                <a:effectLst/>
                <a:uFillTx/>
                <a:latin typeface="Arial MT"/>
              </a:rPr>
              <a:t>mitigar</a:t>
            </a:r>
            <a:r>
              <a:rPr lang="en-US" sz="1900" b="0" u="none" strike="noStrike" spc="-45" dirty="0">
                <a:solidFill>
                  <a:srgbClr val="1F1F1F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51" dirty="0" err="1">
                <a:solidFill>
                  <a:srgbClr val="1C1C1C"/>
                </a:solidFill>
                <a:effectLst/>
                <a:uFillTx/>
                <a:latin typeface="Arial MT"/>
              </a:rPr>
              <a:t>riesgos</a:t>
            </a:r>
            <a:r>
              <a:rPr lang="en-US" sz="1900" b="0" u="none" strike="noStrike" spc="-79" dirty="0">
                <a:solidFill>
                  <a:srgbClr val="1C1C1C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31" dirty="0" err="1">
                <a:solidFill>
                  <a:srgbClr val="1C1C1C"/>
                </a:solidFill>
                <a:effectLst/>
                <a:uFillTx/>
                <a:latin typeface="Arial MT"/>
              </a:rPr>
              <a:t>térmicos</a:t>
            </a:r>
            <a:r>
              <a:rPr lang="en-US" sz="1900" b="0" u="none" strike="noStrike" spc="-74" dirty="0">
                <a:solidFill>
                  <a:srgbClr val="1C1C1C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dirty="0">
                <a:solidFill>
                  <a:srgbClr val="212121"/>
                </a:solidFill>
                <a:effectLst/>
                <a:uFillTx/>
                <a:latin typeface="Arial MT"/>
              </a:rPr>
              <a:t>e</a:t>
            </a:r>
            <a:r>
              <a:rPr lang="en-US" sz="1900" b="0" u="none" strike="noStrike" spc="-130" dirty="0">
                <a:solidFill>
                  <a:srgbClr val="212121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" dirty="0" err="1">
                <a:solidFill>
                  <a:srgbClr val="161616"/>
                </a:solidFill>
                <a:effectLst/>
                <a:uFillTx/>
                <a:latin typeface="Arial MT"/>
              </a:rPr>
              <a:t>intrusiones</a:t>
            </a:r>
            <a:r>
              <a:rPr lang="en-US" sz="1900" b="0" u="none" strike="noStrike" spc="-11" dirty="0">
                <a:solidFill>
                  <a:srgbClr val="161616"/>
                </a:solidFill>
                <a:effectLst/>
                <a:uFillTx/>
                <a:latin typeface="Arial MT"/>
              </a:rPr>
              <a:t>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object 6"/>
          <p:cNvSpPr/>
          <p:nvPr/>
        </p:nvSpPr>
        <p:spPr>
          <a:xfrm>
            <a:off x="17240400" y="1165320"/>
            <a:ext cx="1426320" cy="26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550" b="0" u="none" strike="noStrike" spc="241">
                <a:solidFill>
                  <a:srgbClr val="15487C"/>
                </a:solidFill>
                <a:effectLst/>
                <a:uFillTx/>
                <a:latin typeface="Arial MT"/>
              </a:rPr>
              <a:t>02.</a:t>
            </a:r>
            <a:r>
              <a:rPr lang="en-US" sz="1550" b="0" u="none" strike="noStrike" spc="130">
                <a:solidFill>
                  <a:srgbClr val="15487C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26">
                <a:solidFill>
                  <a:srgbClr val="0E3F7C"/>
                </a:solidFill>
                <a:effectLst/>
                <a:uFillTx/>
                <a:latin typeface="Arial MT"/>
              </a:rPr>
              <a:t>0BJETI\/0S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object 7"/>
          <p:cNvSpPr/>
          <p:nvPr/>
        </p:nvSpPr>
        <p:spPr>
          <a:xfrm>
            <a:off x="1558440" y="7238880"/>
            <a:ext cx="7875720" cy="280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2450" b="0" u="none" strike="noStrike" spc="-54" dirty="0">
                <a:solidFill>
                  <a:srgbClr val="013F80"/>
                </a:solidFill>
                <a:effectLst/>
                <a:uFillTx/>
                <a:latin typeface="Calibri"/>
              </a:rPr>
              <a:t>O•</a:t>
            </a:r>
            <a:r>
              <a:rPr lang="en-US" sz="2450" b="0" u="none" strike="noStrike" spc="215" dirty="0">
                <a:solidFill>
                  <a:srgbClr val="013F80"/>
                </a:solidFill>
                <a:effectLst/>
                <a:uFillTx/>
                <a:latin typeface="Calibri"/>
              </a:rPr>
              <a:t> </a:t>
            </a:r>
            <a:r>
              <a:rPr lang="en-US" sz="2450" b="0" u="none" strike="noStrike" spc="170" dirty="0" err="1">
                <a:solidFill>
                  <a:srgbClr val="00428A"/>
                </a:solidFill>
                <a:effectLst/>
                <a:uFillTx/>
                <a:latin typeface="Calibri"/>
              </a:rPr>
              <a:t>Adquisición</a:t>
            </a:r>
            <a:r>
              <a:rPr lang="en-US" sz="2450" b="0" u="none" strike="noStrike" spc="-60" dirty="0">
                <a:solidFill>
                  <a:srgbClr val="00428A"/>
                </a:solidFill>
                <a:effectLst/>
                <a:uFillTx/>
                <a:latin typeface="Calibri"/>
              </a:rPr>
              <a:t> </a:t>
            </a:r>
            <a:r>
              <a:rPr lang="en-US" sz="2450" b="0" u="none" strike="noStrike" spc="184" dirty="0">
                <a:solidFill>
                  <a:srgbClr val="003F9C"/>
                </a:solidFill>
                <a:effectLst/>
                <a:uFillTx/>
                <a:latin typeface="Calibri"/>
              </a:rPr>
              <a:t>y</a:t>
            </a:r>
            <a:r>
              <a:rPr lang="en-US" sz="2450" b="0" u="none" strike="noStrike" spc="-113" dirty="0">
                <a:solidFill>
                  <a:srgbClr val="003F9C"/>
                </a:solidFill>
                <a:effectLst/>
                <a:uFillTx/>
                <a:latin typeface="Calibri"/>
              </a:rPr>
              <a:t> </a:t>
            </a:r>
            <a:r>
              <a:rPr lang="en-US" sz="2450" b="0" u="none" strike="noStrike" spc="201" dirty="0" err="1">
                <a:solidFill>
                  <a:srgbClr val="003D82"/>
                </a:solidFill>
                <a:effectLst/>
                <a:uFillTx/>
                <a:latin typeface="Calibri"/>
              </a:rPr>
              <a:t>Procesamiento</a:t>
            </a:r>
            <a:endParaRPr lang="en-US" sz="2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360" indent="-2520">
              <a:lnSpc>
                <a:spcPct val="120000"/>
              </a:lnSpc>
              <a:spcBef>
                <a:spcPts val="1355"/>
              </a:spcBef>
              <a:tabLst>
                <a:tab pos="0" algn="l"/>
              </a:tabLst>
            </a:pPr>
            <a:r>
              <a:rPr lang="en-US" sz="1800" b="0" u="none" strike="noStrike" dirty="0" err="1">
                <a:solidFill>
                  <a:srgbClr val="494949"/>
                </a:solidFill>
                <a:effectLst/>
                <a:uFillTx/>
                <a:latin typeface="Arial MT"/>
              </a:rPr>
              <a:t>Monitorear</a:t>
            </a:r>
            <a:r>
              <a:rPr lang="en-US" sz="1800" b="0" u="none" strike="noStrike" spc="156" dirty="0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dirty="0">
                <a:solidFill>
                  <a:srgbClr val="62647C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14" dirty="0">
                <a:solidFill>
                  <a:srgbClr val="62647C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dirty="0">
                <a:solidFill>
                  <a:srgbClr val="4F4F4F"/>
                </a:solidFill>
                <a:effectLst/>
                <a:uFillTx/>
                <a:latin typeface="Arial MT"/>
              </a:rPr>
              <a:t>forma</a:t>
            </a:r>
            <a:r>
              <a:rPr lang="en-US" sz="1800" b="0" u="none" strike="noStrike" spc="130" dirty="0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dirty="0" err="1">
                <a:solidFill>
                  <a:srgbClr val="494949"/>
                </a:solidFill>
                <a:effectLst/>
                <a:uFillTx/>
                <a:latin typeface="Arial MT"/>
              </a:rPr>
              <a:t>autónoma</a:t>
            </a:r>
            <a:r>
              <a:rPr lang="en-US" sz="1800" b="0" u="none" strike="noStrike" spc="136" dirty="0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dirty="0" err="1">
                <a:solidFill>
                  <a:srgbClr val="3B3B3B"/>
                </a:solidFill>
                <a:effectLst/>
                <a:uFillTx/>
                <a:latin typeface="Arial MT"/>
              </a:rPr>
              <a:t>temperaturas</a:t>
            </a:r>
            <a:r>
              <a:rPr lang="en-US" sz="1800" b="0" u="none" strike="noStrike" spc="170" dirty="0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dirty="0">
                <a:solidFill>
                  <a:srgbClr val="62647C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11" dirty="0">
                <a:solidFill>
                  <a:srgbClr val="62647C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dirty="0" err="1">
                <a:solidFill>
                  <a:srgbClr val="444444"/>
                </a:solidFill>
                <a:effectLst/>
                <a:uFillTx/>
                <a:latin typeface="Arial MT"/>
              </a:rPr>
              <a:t>congelación</a:t>
            </a:r>
            <a:r>
              <a:rPr lang="en-US" sz="1800" b="0" u="none" strike="noStrike" spc="176" dirty="0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51" dirty="0">
                <a:solidFill>
                  <a:srgbClr val="4B4B4B"/>
                </a:solidFill>
                <a:effectLst/>
                <a:uFillTx/>
                <a:latin typeface="Arial MT"/>
              </a:rPr>
              <a:t>y </a:t>
            </a:r>
            <a:r>
              <a:rPr lang="en-US" sz="1800" b="0" u="none" strike="noStrike" dirty="0" err="1">
                <a:solidFill>
                  <a:srgbClr val="4D4D4D"/>
                </a:solidFill>
                <a:effectLst/>
                <a:uFillTx/>
                <a:latin typeface="Arial MT"/>
              </a:rPr>
              <a:t>refrigeración</a:t>
            </a:r>
            <a:r>
              <a:rPr lang="en-US" sz="1800" b="0" u="none" strike="noStrike" spc="111" dirty="0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dirty="0" err="1">
                <a:solidFill>
                  <a:srgbClr val="494949"/>
                </a:solidFill>
                <a:effectLst/>
                <a:uFillTx/>
                <a:latin typeface="Arial MT"/>
              </a:rPr>
              <a:t>usando</a:t>
            </a:r>
            <a:r>
              <a:rPr lang="en-US" sz="1800" b="0" u="none" strike="noStrike" spc="60" dirty="0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dirty="0">
                <a:solidFill>
                  <a:srgbClr val="3B3B3B"/>
                </a:solidFill>
                <a:effectLst/>
                <a:uFillTx/>
                <a:latin typeface="Arial MT"/>
              </a:rPr>
              <a:t>buses</a:t>
            </a:r>
            <a:r>
              <a:rPr lang="en-US" sz="1800" b="0" u="none" strike="noStrike" spc="-139" dirty="0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34" dirty="0">
                <a:solidFill>
                  <a:srgbClr val="4D4D4D"/>
                </a:solidFill>
                <a:effectLst/>
                <a:uFillTx/>
                <a:latin typeface="Arial MT"/>
              </a:rPr>
              <a:t>1-</a:t>
            </a:r>
            <a:r>
              <a:rPr lang="en-US" sz="1800" b="0" u="none" strike="noStrike" spc="-11" dirty="0">
                <a:solidFill>
                  <a:srgbClr val="4D4D4D"/>
                </a:solidFill>
                <a:effectLst/>
                <a:uFillTx/>
                <a:latin typeface="Arial MT"/>
              </a:rPr>
              <a:t>Wire.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0920" indent="-2520">
              <a:lnSpc>
                <a:spcPct val="113000"/>
              </a:lnSpc>
              <a:spcBef>
                <a:spcPts val="1009"/>
              </a:spcBef>
              <a:tabLst>
                <a:tab pos="0" algn="l"/>
              </a:tabLst>
            </a:pPr>
            <a:r>
              <a:rPr lang="en-US" sz="1900" b="0" u="none" strike="noStrike" dirty="0" err="1">
                <a:solidFill>
                  <a:srgbClr val="4D4D4D"/>
                </a:solidFill>
                <a:effectLst/>
                <a:uFillTx/>
                <a:latin typeface="Arial MT"/>
              </a:rPr>
              <a:t>Medir</a:t>
            </a:r>
            <a:r>
              <a:rPr lang="en-US" sz="1900" b="0" u="none" strike="noStrike" spc="-125" dirty="0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71" dirty="0">
                <a:solidFill>
                  <a:srgbClr val="464646"/>
                </a:solidFill>
                <a:effectLst/>
                <a:uFillTx/>
                <a:latin typeface="Arial MT"/>
              </a:rPr>
              <a:t>los</a:t>
            </a:r>
            <a:r>
              <a:rPr lang="en-US" sz="1900" b="0" u="none" strike="noStrike" spc="-60" dirty="0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51" dirty="0" err="1">
                <a:solidFill>
                  <a:srgbClr val="464646"/>
                </a:solidFill>
                <a:effectLst/>
                <a:uFillTx/>
                <a:latin typeface="Arial MT"/>
              </a:rPr>
              <a:t>niveles</a:t>
            </a:r>
            <a:r>
              <a:rPr lang="en-US" sz="1900" b="0" u="none" strike="noStrike" spc="-79" dirty="0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dirty="0">
                <a:solidFill>
                  <a:srgbClr val="4D4D4D"/>
                </a:solidFill>
                <a:effectLst/>
                <a:uFillTx/>
                <a:latin typeface="Arial MT"/>
              </a:rPr>
              <a:t>de</a:t>
            </a:r>
            <a:r>
              <a:rPr lang="en-US" sz="1900" b="0" u="none" strike="noStrike" spc="-136" dirty="0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54" dirty="0" err="1">
                <a:solidFill>
                  <a:srgbClr val="464646"/>
                </a:solidFill>
                <a:effectLst/>
                <a:uFillTx/>
                <a:latin typeface="Arial MT"/>
              </a:rPr>
              <a:t>humedad</a:t>
            </a:r>
            <a:r>
              <a:rPr lang="en-US" sz="1900" b="0" u="none" strike="noStrike" spc="74" dirty="0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31" dirty="0" err="1">
                <a:solidFill>
                  <a:srgbClr val="4B4B4B"/>
                </a:solidFill>
                <a:effectLst/>
                <a:uFillTx/>
                <a:latin typeface="Arial MT"/>
              </a:rPr>
              <a:t>relativa</a:t>
            </a:r>
            <a:r>
              <a:rPr lang="en-US" sz="1900" b="0" u="none" strike="noStrike" spc="-14" dirty="0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60" dirty="0" err="1">
                <a:solidFill>
                  <a:srgbClr val="4F4F4F"/>
                </a:solidFill>
                <a:effectLst/>
                <a:uFillTx/>
                <a:latin typeface="Arial MT"/>
              </a:rPr>
              <a:t>en</a:t>
            </a:r>
            <a:r>
              <a:rPr lang="en-US" sz="1900" b="0" u="none" strike="noStrike" spc="-71" dirty="0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65" dirty="0" err="1">
                <a:solidFill>
                  <a:srgbClr val="3D3D3D"/>
                </a:solidFill>
                <a:effectLst/>
                <a:uFillTx/>
                <a:latin typeface="Arial MT"/>
              </a:rPr>
              <a:t>almacenes</a:t>
            </a:r>
            <a:r>
              <a:rPr lang="en-US" sz="1900" b="0" u="none" strike="noStrike" dirty="0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dirty="0">
                <a:solidFill>
                  <a:srgbClr val="525252"/>
                </a:solidFill>
                <a:effectLst/>
                <a:uFillTx/>
                <a:latin typeface="Arial MT"/>
              </a:rPr>
              <a:t>de</a:t>
            </a:r>
            <a:r>
              <a:rPr lang="en-US" sz="1900" b="0" u="none" strike="noStrike" spc="-51" dirty="0">
                <a:solidFill>
                  <a:srgbClr val="525252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71" dirty="0" err="1">
                <a:solidFill>
                  <a:srgbClr val="3D3D3D"/>
                </a:solidFill>
                <a:effectLst/>
                <a:uFillTx/>
                <a:latin typeface="Arial MT"/>
              </a:rPr>
              <a:t>secos</a:t>
            </a:r>
            <a:r>
              <a:rPr lang="en-US" sz="1900" b="0" u="none" strike="noStrike" spc="-65" dirty="0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0" dirty="0">
                <a:solidFill>
                  <a:srgbClr val="525252"/>
                </a:solidFill>
                <a:effectLst/>
                <a:uFillTx/>
                <a:latin typeface="Arial MT"/>
              </a:rPr>
              <a:t>para</a:t>
            </a:r>
            <a:r>
              <a:rPr lang="en-US" sz="1900" b="0" u="none" strike="noStrike" spc="-31" dirty="0">
                <a:solidFill>
                  <a:srgbClr val="525252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" dirty="0" err="1">
                <a:solidFill>
                  <a:srgbClr val="424242"/>
                </a:solidFill>
                <a:effectLst/>
                <a:uFillTx/>
                <a:latin typeface="Arial MT"/>
              </a:rPr>
              <a:t>evitar</a:t>
            </a:r>
            <a:r>
              <a:rPr lang="en-US" sz="1900" b="0" u="none" strike="noStrike" spc="-11" dirty="0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34" dirty="0" err="1">
                <a:solidFill>
                  <a:srgbClr val="464646"/>
                </a:solidFill>
                <a:effectLst/>
                <a:uFillTx/>
                <a:latin typeface="Arial MT"/>
              </a:rPr>
              <a:t>proliferación</a:t>
            </a:r>
            <a:r>
              <a:rPr lang="en-US" sz="1900" b="0" u="none" strike="noStrike" spc="-6" dirty="0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dirty="0">
                <a:solidFill>
                  <a:srgbClr val="545454"/>
                </a:solidFill>
                <a:effectLst/>
                <a:uFillTx/>
                <a:latin typeface="Arial MT"/>
              </a:rPr>
              <a:t>de</a:t>
            </a:r>
            <a:r>
              <a:rPr lang="en-US" sz="1900" b="0" u="none" strike="noStrike" spc="-96" dirty="0">
                <a:solidFill>
                  <a:srgbClr val="545454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" dirty="0" err="1">
                <a:solidFill>
                  <a:srgbClr val="3F3F3F"/>
                </a:solidFill>
                <a:effectLst/>
                <a:uFillTx/>
                <a:latin typeface="Arial MT"/>
              </a:rPr>
              <a:t>hongos</a:t>
            </a:r>
            <a:r>
              <a:rPr lang="en-US" sz="1900" b="0" u="none" strike="noStrike" spc="-11" dirty="0">
                <a:solidFill>
                  <a:srgbClr val="3F3F3F"/>
                </a:solidFill>
                <a:effectLst/>
                <a:uFillTx/>
                <a:latin typeface="Arial MT"/>
              </a:rPr>
              <a:t>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9920" indent="-12240">
              <a:lnSpc>
                <a:spcPct val="113000"/>
              </a:lnSpc>
              <a:spcBef>
                <a:spcPts val="989"/>
              </a:spcBef>
              <a:tabLst>
                <a:tab pos="0" algn="l"/>
              </a:tabLst>
            </a:pPr>
            <a:r>
              <a:rPr lang="en-US" sz="1900" b="0" u="none" strike="noStrike" spc="-31" dirty="0" err="1">
                <a:solidFill>
                  <a:srgbClr val="424242"/>
                </a:solidFill>
                <a:effectLst/>
                <a:uFillTx/>
                <a:latin typeface="Arial MT"/>
              </a:rPr>
              <a:t>Utilizar</a:t>
            </a:r>
            <a:r>
              <a:rPr lang="en-US" sz="1900" b="0" u="none" strike="noStrike" spc="-105" dirty="0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34" dirty="0" err="1">
                <a:solidFill>
                  <a:srgbClr val="494949"/>
                </a:solidFill>
                <a:effectLst/>
                <a:uFillTx/>
                <a:latin typeface="Arial MT"/>
              </a:rPr>
              <a:t>interrupciones</a:t>
            </a:r>
            <a:r>
              <a:rPr lang="en-US" sz="1900" b="0" u="none" strike="noStrike" spc="-96" dirty="0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dirty="0">
                <a:solidFill>
                  <a:srgbClr val="565656"/>
                </a:solidFill>
                <a:effectLst/>
                <a:uFillTx/>
                <a:latin typeface="Arial MT"/>
              </a:rPr>
              <a:t>por</a:t>
            </a:r>
            <a:r>
              <a:rPr lang="en-US" sz="1900" b="0" u="none" strike="noStrike" spc="-85" dirty="0">
                <a:solidFill>
                  <a:srgbClr val="56565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34" dirty="0">
                <a:solidFill>
                  <a:srgbClr val="424242"/>
                </a:solidFill>
                <a:effectLst/>
                <a:uFillTx/>
                <a:latin typeface="Arial MT"/>
              </a:rPr>
              <a:t>hardware</a:t>
            </a:r>
            <a:r>
              <a:rPr lang="en-US" sz="1900" b="0" u="none" strike="noStrike" spc="-14" dirty="0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0" dirty="0">
                <a:solidFill>
                  <a:srgbClr val="4B4B4B"/>
                </a:solidFill>
                <a:effectLst/>
                <a:uFillTx/>
                <a:latin typeface="Arial MT"/>
              </a:rPr>
              <a:t>para</a:t>
            </a:r>
            <a:r>
              <a:rPr lang="en-US" sz="1900" b="0" u="none" strike="noStrike" spc="-65" dirty="0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40" dirty="0">
                <a:solidFill>
                  <a:srgbClr val="464646"/>
                </a:solidFill>
                <a:effectLst/>
                <a:uFillTx/>
                <a:latin typeface="Arial MT"/>
              </a:rPr>
              <a:t>responder</a:t>
            </a:r>
            <a:r>
              <a:rPr lang="en-US" sz="1900" b="0" u="none" strike="noStrike" spc="-11" dirty="0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dirty="0">
                <a:solidFill>
                  <a:srgbClr val="4B4B4B"/>
                </a:solidFill>
                <a:effectLst/>
                <a:uFillTx/>
                <a:latin typeface="Arial MT"/>
              </a:rPr>
              <a:t>a</a:t>
            </a:r>
            <a:r>
              <a:rPr lang="en-US" sz="1900" b="0" u="none" strike="noStrike" spc="-85" dirty="0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54" dirty="0" err="1">
                <a:solidFill>
                  <a:srgbClr val="4B4B4B"/>
                </a:solidFill>
                <a:effectLst/>
                <a:uFillTx/>
                <a:latin typeface="Arial MT"/>
              </a:rPr>
              <a:t>intrusiones</a:t>
            </a:r>
            <a:r>
              <a:rPr lang="en-US" sz="1900" b="0" u="none" strike="noStrike" spc="-34" dirty="0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6" dirty="0">
                <a:solidFill>
                  <a:srgbClr val="464646"/>
                </a:solidFill>
                <a:effectLst/>
                <a:uFillTx/>
                <a:latin typeface="Arial MT"/>
              </a:rPr>
              <a:t>de </a:t>
            </a:r>
            <a:r>
              <a:rPr lang="en-US" sz="1900" b="0" u="none" strike="noStrike" spc="-40" dirty="0" err="1">
                <a:solidFill>
                  <a:srgbClr val="3D3D3D"/>
                </a:solidFill>
                <a:effectLst/>
                <a:uFillTx/>
                <a:latin typeface="Arial MT"/>
              </a:rPr>
              <a:t>seguridad</a:t>
            </a:r>
            <a:r>
              <a:rPr lang="en-US" sz="1900" b="0" u="none" strike="noStrike" spc="-11" dirty="0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40" dirty="0" err="1">
                <a:solidFill>
                  <a:srgbClr val="4D4D4D"/>
                </a:solidFill>
                <a:effectLst/>
                <a:uFillTx/>
                <a:latin typeface="Arial MT"/>
              </a:rPr>
              <a:t>mediante</a:t>
            </a:r>
            <a:r>
              <a:rPr lang="en-US" sz="1900" b="0" u="none" strike="noStrike" spc="-14" dirty="0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79" dirty="0" err="1">
                <a:solidFill>
                  <a:srgbClr val="464646"/>
                </a:solidFill>
                <a:effectLst/>
                <a:uFillTx/>
                <a:latin typeface="Arial MT"/>
              </a:rPr>
              <a:t>sensores</a:t>
            </a:r>
            <a:r>
              <a:rPr lang="en-US" sz="1900" b="0" u="none" strike="noStrike" spc="-54" dirty="0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0" dirty="0">
                <a:solidFill>
                  <a:srgbClr val="4D4D4D"/>
                </a:solidFill>
                <a:effectLst/>
                <a:uFillTx/>
                <a:latin typeface="Arial MT"/>
              </a:rPr>
              <a:t>PIR.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object 8"/>
          <p:cNvSpPr/>
          <p:nvPr/>
        </p:nvSpPr>
        <p:spPr>
          <a:xfrm>
            <a:off x="10914480" y="7255440"/>
            <a:ext cx="7431120" cy="278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760" rIns="0" bIns="0" anchor="t">
            <a:spAutoFit/>
          </a:bodyPr>
          <a:lstStyle/>
          <a:p>
            <a:pPr marL="73800">
              <a:lnSpc>
                <a:spcPct val="100000"/>
              </a:lnSpc>
              <a:spcBef>
                <a:spcPts val="113"/>
              </a:spcBef>
            </a:pPr>
            <a:r>
              <a:rPr lang="en-US" sz="2300" b="0" u="none" strike="noStrike" spc="269">
                <a:solidFill>
                  <a:srgbClr val="053F82"/>
                </a:solidFill>
                <a:effectLst/>
                <a:uFillTx/>
                <a:latin typeface="Calibri"/>
              </a:rPr>
              <a:t>Control</a:t>
            </a:r>
            <a:r>
              <a:rPr lang="en-US" sz="2300" b="0" u="none" strike="noStrike" spc="-130">
                <a:solidFill>
                  <a:srgbClr val="053F82"/>
                </a:solidFill>
                <a:effectLst/>
                <a:uFillTx/>
                <a:latin typeface="Calibri"/>
              </a:rPr>
              <a:t> </a:t>
            </a:r>
            <a:r>
              <a:rPr lang="en-US" sz="2300" b="0" u="none" strike="noStrike" spc="289">
                <a:solidFill>
                  <a:srgbClr val="003F89"/>
                </a:solidFill>
                <a:effectLst/>
                <a:uFillTx/>
                <a:latin typeface="Calibri"/>
              </a:rPr>
              <a:t>y</a:t>
            </a:r>
            <a:r>
              <a:rPr lang="en-US" sz="2300" b="0" u="none" strike="noStrike" spc="11">
                <a:solidFill>
                  <a:srgbClr val="003F89"/>
                </a:solidFill>
                <a:effectLst/>
                <a:uFillTx/>
                <a:latin typeface="Calibri"/>
              </a:rPr>
              <a:t> </a:t>
            </a:r>
            <a:r>
              <a:rPr lang="en-US" sz="2300" b="0" u="none" strike="noStrike" spc="275">
                <a:solidFill>
                  <a:srgbClr val="00368A"/>
                </a:solidFill>
                <a:effectLst/>
                <a:uFillTx/>
                <a:latin typeface="Calibri"/>
              </a:rPr>
              <a:t>Conectividad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40" indent="3960">
              <a:lnSpc>
                <a:spcPct val="120000"/>
              </a:lnSpc>
              <a:spcBef>
                <a:spcPts val="1386"/>
              </a:spcBef>
              <a:tabLst>
                <a:tab pos="0" algn="l"/>
              </a:tabLst>
            </a:pPr>
            <a:r>
              <a:rPr lang="en-US" sz="1800" b="0" u="none" strike="noStrike" spc="-11">
                <a:solidFill>
                  <a:srgbClr val="424242"/>
                </a:solidFill>
                <a:effectLst/>
                <a:uFillTx/>
                <a:latin typeface="Arial MT"/>
              </a:rPr>
              <a:t>Garantizar</a:t>
            </a:r>
            <a:r>
              <a:rPr lang="en-US" sz="1800" b="0" u="none" strike="noStrike" spc="176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una</a:t>
            </a:r>
            <a:r>
              <a:rPr lang="en-US" sz="1800" b="0" u="none" strike="noStrike" spc="40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Arial MT"/>
              </a:rPr>
              <a:t>temporización</a:t>
            </a:r>
            <a:r>
              <a:rPr lang="en-US" sz="1800" b="0" u="none" strike="noStrike" spc="159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estricta</a:t>
            </a:r>
            <a:r>
              <a:rPr lang="en-US" sz="1800" b="0" u="none" strike="noStrike" spc="111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575757"/>
                </a:solidFill>
                <a:effectLst/>
                <a:uFillTx/>
                <a:latin typeface="Arial MT"/>
              </a:rPr>
              <a:t>no</a:t>
            </a:r>
            <a:r>
              <a:rPr lang="en-US" sz="1800" b="0" u="none" strike="noStrike" spc="-54">
                <a:solidFill>
                  <a:srgbClr val="575757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bloqueante</a:t>
            </a:r>
            <a:r>
              <a:rPr lang="en-US" sz="1800" b="0" u="none" strike="noStrike" spc="111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84848"/>
                </a:solidFill>
                <a:effectLst/>
                <a:uFillTx/>
                <a:latin typeface="Arial MT"/>
              </a:rPr>
              <a:t>mediante</a:t>
            </a:r>
            <a:r>
              <a:rPr lang="en-US" sz="1800" b="0" u="none" strike="noStrike" spc="85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84848"/>
                </a:solidFill>
                <a:effectLst/>
                <a:uFillTx/>
                <a:latin typeface="Arial MT"/>
              </a:rPr>
              <a:t>el</a:t>
            </a:r>
            <a:r>
              <a:rPr lang="en-US" sz="1800" b="0" u="none" strike="noStrike" spc="-40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94949"/>
                </a:solidFill>
                <a:effectLst/>
                <a:uFillTx/>
                <a:latin typeface="Arial MT"/>
              </a:rPr>
              <a:t>Timer1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en</a:t>
            </a:r>
            <a:r>
              <a:rPr lang="en-US" sz="1800" b="0" u="none" strike="noStrike" spc="-14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modo</a:t>
            </a:r>
            <a:r>
              <a:rPr lang="en-US" sz="1800" b="0" u="none" strike="noStrike" spc="54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0">
                <a:solidFill>
                  <a:srgbClr val="3B3B3B"/>
                </a:solidFill>
                <a:effectLst/>
                <a:uFillTx/>
                <a:latin typeface="Arial MT"/>
              </a:rPr>
              <a:t>CTC.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 indent="-2520">
              <a:lnSpc>
                <a:spcPct val="120000"/>
              </a:lnSpc>
              <a:spcBef>
                <a:spcPts val="989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3D3D3D"/>
                </a:solidFill>
                <a:effectLst/>
                <a:uFillTx/>
                <a:latin typeface="Arial MT"/>
              </a:rPr>
              <a:t>Estructurar</a:t>
            </a:r>
            <a:r>
              <a:rPr lang="en-US" sz="1800" b="0" u="none" strike="noStrike" spc="79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899CB5"/>
                </a:solidFill>
                <a:effectLst/>
                <a:uFillTx/>
                <a:latin typeface="Arial MT"/>
              </a:rPr>
              <a:t>una</a:t>
            </a:r>
            <a:r>
              <a:rPr lang="en-US" sz="1800" b="0" u="none" strike="noStrike" spc="-14">
                <a:solidFill>
                  <a:srgbClr val="899CB5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84848"/>
                </a:solidFill>
                <a:effectLst/>
                <a:uFillTx/>
                <a:latin typeface="Arial MT"/>
              </a:rPr>
              <a:t>Máquina</a:t>
            </a:r>
            <a:r>
              <a:rPr lang="en-US" sz="1800" b="0" u="none" strike="noStrike" spc="91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91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Estados</a:t>
            </a:r>
            <a:r>
              <a:rPr lang="en-US" sz="1800" b="0" u="none" strike="noStrike" spc="-60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14141"/>
                </a:solidFill>
                <a:effectLst/>
                <a:uFillTx/>
                <a:latin typeface="Arial MT"/>
              </a:rPr>
              <a:t>Finitos</a:t>
            </a:r>
            <a:r>
              <a:rPr lang="en-US" sz="1800" b="0" u="none" strike="noStrike" spc="-14">
                <a:solidFill>
                  <a:srgbClr val="414141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31">
                <a:solidFill>
                  <a:srgbClr val="494949"/>
                </a:solidFill>
                <a:effectLst/>
                <a:uFillTx/>
                <a:latin typeface="Arial MT"/>
              </a:rPr>
              <a:t>(FSM)</a:t>
            </a:r>
            <a:r>
              <a:rPr lang="en-US" sz="1800" b="0" u="none" strike="noStrike" spc="96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para</a:t>
            </a:r>
            <a:r>
              <a:rPr lang="en-US" sz="1800" b="0" u="none" strike="noStrike" spc="31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la</a:t>
            </a:r>
            <a:r>
              <a:rPr lang="en-US" sz="1800" b="0" u="none" strike="noStrike" spc="-11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respuesta</a:t>
            </a:r>
            <a:r>
              <a:rPr lang="en-US" sz="1800" b="0" u="none" strike="noStrike" spc="74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6">
                <a:solidFill>
                  <a:srgbClr val="4D4D4D"/>
                </a:solidFill>
                <a:effectLst/>
                <a:uFillTx/>
                <a:latin typeface="Arial MT"/>
              </a:rPr>
              <a:t>de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alertas</a:t>
            </a:r>
            <a:r>
              <a:rPr lang="en-US" sz="1800" b="0" u="none" strike="noStrike" spc="40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D3D3D"/>
                </a:solidFill>
                <a:effectLst/>
                <a:uFillTx/>
                <a:latin typeface="Arial MT"/>
              </a:rPr>
              <a:t>acústicas</a:t>
            </a:r>
            <a:r>
              <a:rPr lang="en-US" sz="1800" b="0" u="none" strike="noStrike" spc="125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y</a:t>
            </a:r>
            <a:r>
              <a:rPr lang="en-US" sz="1800" b="0" u="none" strike="noStrike" spc="119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2F2F2F"/>
                </a:solidFill>
                <a:effectLst/>
                <a:uFillTx/>
                <a:latin typeface="Arial MT"/>
              </a:rPr>
              <a:t>visuales.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760">
              <a:lnSpc>
                <a:spcPct val="100000"/>
              </a:lnSpc>
              <a:spcBef>
                <a:spcPts val="1429"/>
              </a:spcBef>
              <a:tabLst>
                <a:tab pos="0" algn="l"/>
              </a:tabLst>
            </a:pPr>
            <a:r>
              <a:rPr lang="en-US" sz="1800" b="0" u="none" strike="noStrike" spc="-20">
                <a:solidFill>
                  <a:srgbClr val="484848"/>
                </a:solidFill>
                <a:effectLst/>
                <a:uFillTx/>
                <a:latin typeface="Arial MT"/>
              </a:rPr>
              <a:t>Diseñar</a:t>
            </a:r>
            <a:r>
              <a:rPr lang="en-US" sz="1800" b="0" u="none" strike="noStrike" spc="139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la</a:t>
            </a:r>
            <a:r>
              <a:rPr lang="en-US" sz="1800" b="0" u="none" strike="noStrike" spc="54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arquitectura</a:t>
            </a:r>
            <a:r>
              <a:rPr lang="en-US" sz="1800" b="0" u="none" strike="noStrike" spc="130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física</a:t>
            </a:r>
            <a:r>
              <a:rPr lang="en-US" sz="1800" b="0" u="none" strike="noStrike" spc="105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Arial MT"/>
              </a:rPr>
              <a:t>previendo</a:t>
            </a:r>
            <a:r>
              <a:rPr lang="en-US" sz="1800" b="0" u="none" strike="noStrike" spc="45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24242"/>
                </a:solidFill>
                <a:effectLst/>
                <a:uFillTx/>
                <a:latin typeface="Arial MT"/>
              </a:rPr>
              <a:t>escalabilidad</a:t>
            </a:r>
            <a:r>
              <a:rPr lang="en-US" sz="1800" b="0" u="none" strike="noStrike" spc="181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24242"/>
                </a:solidFill>
                <a:effectLst/>
                <a:uFillTx/>
                <a:latin typeface="Arial MT"/>
              </a:rPr>
              <a:t>directa</a:t>
            </a:r>
            <a:r>
              <a:rPr lang="en-US" sz="1800" b="0" u="none" strike="noStrike" spc="139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84848"/>
                </a:solidFill>
                <a:effectLst/>
                <a:uFillTx/>
                <a:latin typeface="Arial MT"/>
              </a:rPr>
              <a:t>hacia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34"/>
              </a:spcBef>
              <a:tabLst>
                <a:tab pos="0" algn="l"/>
              </a:tabLst>
            </a:pPr>
            <a:r>
              <a:rPr lang="en-US" sz="1900" b="0" u="none" strike="noStrike" spc="-45">
                <a:solidFill>
                  <a:srgbClr val="464646"/>
                </a:solidFill>
                <a:effectLst/>
                <a:uFillTx/>
                <a:latin typeface="Arial MT"/>
              </a:rPr>
              <a:t>tecnologías</a:t>
            </a:r>
            <a:r>
              <a:rPr lang="en-US" sz="1900" b="0" u="none" strike="noStrike" spc="-79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60">
                <a:solidFill>
                  <a:srgbClr val="4F4F4F"/>
                </a:solidFill>
                <a:effectLst/>
                <a:uFillTx/>
                <a:latin typeface="Arial MT"/>
              </a:rPr>
              <a:t>IoT</a:t>
            </a:r>
            <a:r>
              <a:rPr lang="en-US" sz="1900" b="0" u="none" strike="noStrike" spc="-20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>
                <a:solidFill>
                  <a:srgbClr val="444444"/>
                </a:solidFill>
                <a:effectLst/>
                <a:uFillTx/>
                <a:latin typeface="Arial MT"/>
              </a:rPr>
              <a:t>y</a:t>
            </a:r>
            <a:r>
              <a:rPr lang="en-US" sz="1900" b="0" u="none" strike="noStrike" spc="-74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54">
                <a:solidFill>
                  <a:srgbClr val="464646"/>
                </a:solidFill>
                <a:effectLst/>
                <a:uFillTx/>
                <a:latin typeface="Arial MT"/>
              </a:rPr>
              <a:t>analítica</a:t>
            </a:r>
            <a:r>
              <a:rPr lang="en-US" sz="1900" b="0" u="none" strike="noStrike" spc="40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de</a:t>
            </a:r>
            <a:r>
              <a:rPr lang="en-US" sz="1900" b="0" u="none" strike="noStrike" spc="-113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">
                <a:solidFill>
                  <a:srgbClr val="464646"/>
                </a:solidFill>
                <a:effectLst/>
                <a:uFillTx/>
                <a:latin typeface="Arial MT"/>
              </a:rPr>
              <a:t>datos.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6" name="Picture 2" descr="Arduboard Mega 2560 R3">
            <a:extLst>
              <a:ext uri="{FF2B5EF4-FFF2-40B4-BE49-F238E27FC236}">
                <a16:creationId xmlns:a16="http://schemas.microsoft.com/office/drawing/2014/main" id="{B976BB5C-D876-4E50-83C1-9564878A8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353" y="4118580"/>
            <a:ext cx="4000653" cy="280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/>
          <p:cNvPicPr/>
          <p:nvPr/>
        </p:nvPicPr>
        <p:blipFill>
          <a:blip r:embed="rId2"/>
          <a:stretch/>
        </p:blipFill>
        <p:spPr>
          <a:xfrm>
            <a:off x="14936760" y="6031080"/>
            <a:ext cx="188280" cy="21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object 3"/>
          <p:cNvPicPr/>
          <p:nvPr/>
        </p:nvPicPr>
        <p:blipFill>
          <a:blip r:embed="rId2"/>
          <a:stretch/>
        </p:blipFill>
        <p:spPr>
          <a:xfrm>
            <a:off x="14936760" y="7162200"/>
            <a:ext cx="188280" cy="21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220400" y="857520"/>
            <a:ext cx="13772880" cy="771840"/>
          </a:xfrm>
          <a:prstGeom prst="rect">
            <a:avLst/>
          </a:prstGeom>
          <a:noFill/>
          <a:ln w="0">
            <a:noFill/>
          </a:ln>
        </p:spPr>
        <p:txBody>
          <a:bodyPr lIns="0" tIns="14760" rIns="0" bIns="0" anchor="t">
            <a:spAutoFit/>
          </a:bodyPr>
          <a:lstStyle/>
          <a:p>
            <a:pPr marL="32400" indent="0" algn="l">
              <a:lnSpc>
                <a:spcPct val="100000"/>
              </a:lnSpc>
              <a:spcBef>
                <a:spcPts val="113"/>
              </a:spcBef>
              <a:buNone/>
            </a:pPr>
            <a:r>
              <a:rPr lang="en-US" sz="4750" b="0" u="none" strike="noStrike" spc="-125" dirty="0" err="1">
                <a:solidFill>
                  <a:srgbClr val="003F7C"/>
                </a:solidFill>
                <a:effectLst/>
                <a:uFillTx/>
                <a:latin typeface="Arial MT"/>
              </a:rPr>
              <a:t>Solución</a:t>
            </a:r>
            <a:r>
              <a:rPr lang="en-US" sz="4750" b="0" u="none" strike="noStrike" spc="-230" dirty="0">
                <a:solidFill>
                  <a:srgbClr val="003F7C"/>
                </a:solidFill>
                <a:effectLst/>
                <a:uFillTx/>
                <a:latin typeface="Arial MT"/>
              </a:rPr>
              <a:t> </a:t>
            </a:r>
            <a:r>
              <a:rPr lang="en-US" sz="4750" b="0" u="none" strike="noStrike" spc="-99" dirty="0" err="1">
                <a:solidFill>
                  <a:srgbClr val="033F77"/>
                </a:solidFill>
                <a:effectLst/>
                <a:uFillTx/>
                <a:latin typeface="Arial MT"/>
              </a:rPr>
              <a:t>Propuesta</a:t>
            </a:r>
            <a:r>
              <a:rPr lang="en-US" sz="4750" b="0" u="none" strike="noStrike" spc="-99" dirty="0">
                <a:solidFill>
                  <a:srgbClr val="033F77"/>
                </a:solidFill>
                <a:effectLst/>
                <a:uFillTx/>
                <a:latin typeface="Arial MT"/>
              </a:rPr>
              <a:t>:</a:t>
            </a:r>
            <a:r>
              <a:rPr lang="en-US" sz="4750" b="0" u="none" strike="noStrike" spc="-224" dirty="0">
                <a:solidFill>
                  <a:srgbClr val="033F77"/>
                </a:solidFill>
                <a:effectLst/>
                <a:uFillTx/>
                <a:latin typeface="Arial MT"/>
              </a:rPr>
              <a:t> </a:t>
            </a:r>
            <a:r>
              <a:rPr lang="en-US" sz="4750" b="0" u="none" strike="noStrike" spc="-150" dirty="0">
                <a:solidFill>
                  <a:srgbClr val="003172"/>
                </a:solidFill>
                <a:effectLst/>
                <a:uFillTx/>
                <a:latin typeface="Arial MT"/>
              </a:rPr>
              <a:t>Sistema</a:t>
            </a:r>
            <a:r>
              <a:rPr lang="en-US" sz="4750" b="0" u="none" strike="noStrike" spc="-159" dirty="0">
                <a:solidFill>
                  <a:srgbClr val="003172"/>
                </a:solidFill>
                <a:effectLst/>
                <a:uFillTx/>
                <a:latin typeface="Arial MT"/>
              </a:rPr>
              <a:t> </a:t>
            </a:r>
            <a:r>
              <a:rPr lang="en-US" sz="4750" b="0" u="none" strike="noStrike" spc="-34" dirty="0" err="1">
                <a:solidFill>
                  <a:srgbClr val="003F80"/>
                </a:solidFill>
                <a:effectLst/>
                <a:uFillTx/>
                <a:latin typeface="Arial MT"/>
              </a:rPr>
              <a:t>Multizona</a:t>
            </a:r>
            <a:r>
              <a:rPr lang="en-US" sz="4750" b="0" u="none" strike="noStrike" spc="-136" dirty="0">
                <a:solidFill>
                  <a:srgbClr val="003F80"/>
                </a:solidFill>
                <a:effectLst/>
                <a:uFillTx/>
                <a:latin typeface="Arial MT"/>
              </a:rPr>
              <a:t> </a:t>
            </a:r>
            <a:r>
              <a:rPr lang="en-US" sz="4750" b="0" u="none" strike="noStrike" spc="-11" dirty="0" err="1">
                <a:solidFill>
                  <a:srgbClr val="033D82"/>
                </a:solidFill>
                <a:effectLst/>
                <a:uFillTx/>
                <a:latin typeface="Arial MT"/>
              </a:rPr>
              <a:t>Integrado</a:t>
            </a:r>
            <a:endParaRPr lang="en-US" sz="475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0" name="object 5"/>
          <p:cNvSpPr/>
          <p:nvPr/>
        </p:nvSpPr>
        <p:spPr>
          <a:xfrm>
            <a:off x="1238400" y="4213080"/>
            <a:ext cx="8999640" cy="74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5120" indent="-3240">
              <a:lnSpc>
                <a:spcPct val="107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2200" b="0" u="none" strike="noStrike" spc="-136">
                <a:solidFill>
                  <a:srgbClr val="2A2A2A"/>
                </a:solidFill>
                <a:effectLst/>
                <a:uFillTx/>
                <a:latin typeface="Arial MT"/>
              </a:rPr>
              <a:t>Nuestra</a:t>
            </a:r>
            <a:r>
              <a:rPr lang="en-US" sz="2200" b="0" u="none" strike="noStrike" spc="-2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>
                <a:solidFill>
                  <a:srgbClr val="2F2F2F"/>
                </a:solidFill>
                <a:effectLst/>
                <a:uFillTx/>
                <a:latin typeface="Arial MT"/>
              </a:rPr>
              <a:t>propuesta</a:t>
            </a:r>
            <a:r>
              <a:rPr lang="en-US" sz="2200" b="0" u="none" strike="noStrike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79">
                <a:solidFill>
                  <a:srgbClr val="333333"/>
                </a:solidFill>
                <a:effectLst/>
                <a:uFillTx/>
                <a:latin typeface="Arial MT"/>
              </a:rPr>
              <a:t>técnica</a:t>
            </a:r>
            <a:r>
              <a:rPr lang="en-US" sz="2200" b="0" u="none" strike="noStrike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>
                <a:solidFill>
                  <a:srgbClr val="2D2D2D"/>
                </a:solidFill>
                <a:effectLst/>
                <a:uFillTx/>
                <a:latin typeface="Arial MT"/>
              </a:rPr>
              <a:t>optimiza</a:t>
            </a:r>
            <a:r>
              <a:rPr lang="en-US" sz="2200" b="0" u="none" strike="noStrike" spc="34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>
                <a:solidFill>
                  <a:srgbClr val="3B3B3B"/>
                </a:solidFill>
                <a:effectLst/>
                <a:uFillTx/>
                <a:latin typeface="Arial MT"/>
              </a:rPr>
              <a:t>la</a:t>
            </a:r>
            <a:r>
              <a:rPr lang="en-US" sz="2200" b="0" u="none" strike="noStrike" spc="-96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9">
                <a:solidFill>
                  <a:srgbClr val="2A2A2A"/>
                </a:solidFill>
                <a:effectLst/>
                <a:uFillTx/>
                <a:latin typeface="Arial MT"/>
              </a:rPr>
              <a:t>gestión</a:t>
            </a:r>
            <a:r>
              <a:rPr lang="en-US" sz="2200" b="0" u="none" strike="noStrike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64">
                <a:solidFill>
                  <a:srgbClr val="333333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6">
                <a:solidFill>
                  <a:srgbClr val="2D2D2D"/>
                </a:solidFill>
                <a:effectLst/>
                <a:uFillTx/>
                <a:latin typeface="Arial MT"/>
              </a:rPr>
              <a:t>almacenamiento</a:t>
            </a:r>
            <a:r>
              <a:rPr lang="en-US" sz="2200" b="0" u="none" strike="noStrike" spc="-105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9">
                <a:solidFill>
                  <a:srgbClr val="262626"/>
                </a:solidFill>
                <a:effectLst/>
                <a:uFillTx/>
                <a:latin typeface="Arial MT"/>
              </a:rPr>
              <a:t>dividiendo</a:t>
            </a:r>
            <a:r>
              <a:rPr lang="en-US" sz="2200" b="0" u="none" strike="noStrike" spc="51">
                <a:solidFill>
                  <a:srgbClr val="26262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6">
                <a:solidFill>
                  <a:srgbClr val="313131"/>
                </a:solidFill>
                <a:effectLst/>
                <a:uFillTx/>
                <a:latin typeface="Arial MT"/>
              </a:rPr>
              <a:t>los </a:t>
            </a:r>
            <a:r>
              <a:rPr lang="en-US" sz="2200" b="0" u="none" strike="noStrike" spc="-85">
                <a:solidFill>
                  <a:srgbClr val="2F2F2F"/>
                </a:solidFill>
                <a:effectLst/>
                <a:uFillTx/>
                <a:latin typeface="Arial MT"/>
              </a:rPr>
              <a:t>recursos</a:t>
            </a:r>
            <a:r>
              <a:rPr lang="en-US" sz="2200" b="0" u="none" strike="noStrike" spc="-71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>
                <a:solidFill>
                  <a:srgbClr val="424242"/>
                </a:solidFill>
                <a:effectLst/>
                <a:uFillTx/>
                <a:latin typeface="Arial MT"/>
              </a:rPr>
              <a:t>en</a:t>
            </a:r>
            <a:r>
              <a:rPr lang="en-US" sz="2200" b="0" u="none" strike="noStrike" spc="-130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6">
                <a:solidFill>
                  <a:srgbClr val="313131"/>
                </a:solidFill>
                <a:effectLst/>
                <a:uFillTx/>
                <a:latin typeface="Arial MT"/>
              </a:rPr>
              <a:t>tres</a:t>
            </a:r>
            <a:r>
              <a:rPr lang="en-US" sz="2200" b="0" u="none" strike="noStrike" spc="-99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84">
                <a:solidFill>
                  <a:srgbClr val="333333"/>
                </a:solidFill>
                <a:effectLst/>
                <a:uFillTx/>
                <a:latin typeface="Arial MT"/>
              </a:rPr>
              <a:t>zonas</a:t>
            </a:r>
            <a:r>
              <a:rPr lang="en-US" sz="2200" b="0" u="none" strike="noStrike" spc="-45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1">
                <a:solidFill>
                  <a:srgbClr val="2D2D2D"/>
                </a:solidFill>
                <a:effectLst/>
                <a:uFillTx/>
                <a:latin typeface="Arial MT"/>
              </a:rPr>
              <a:t>diferenciadas</a:t>
            </a:r>
            <a:r>
              <a:rPr lang="en-US" sz="2200" b="0" u="none" strike="noStrike" spc="96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0">
                <a:solidFill>
                  <a:srgbClr val="414141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5">
                <a:solidFill>
                  <a:srgbClr val="41414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">
                <a:solidFill>
                  <a:srgbClr val="333333"/>
                </a:solidFill>
                <a:effectLst/>
                <a:uFillTx/>
                <a:latin typeface="Arial MT"/>
              </a:rPr>
              <a:t>monitoreo: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object 6"/>
          <p:cNvSpPr/>
          <p:nvPr/>
        </p:nvSpPr>
        <p:spPr>
          <a:xfrm>
            <a:off x="1557000" y="5129640"/>
            <a:ext cx="8658360" cy="225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4040" indent="2520">
              <a:lnSpc>
                <a:spcPct val="12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Zona</a:t>
            </a:r>
            <a:r>
              <a:rPr lang="en-US" sz="1800" b="0" u="none" strike="noStrike" spc="51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40">
                <a:solidFill>
                  <a:srgbClr val="4F4F4F"/>
                </a:solidFill>
                <a:effectLst/>
                <a:uFillTx/>
                <a:latin typeface="Arial MT"/>
              </a:rPr>
              <a:t>1:</a:t>
            </a:r>
            <a:r>
              <a:rPr lang="en-US" sz="1800" b="0" u="none" strike="noStrike" spc="-20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Congelación.</a:t>
            </a:r>
            <a:r>
              <a:rPr lang="en-US" sz="1800" b="0" u="none" strike="noStrike" spc="295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14141"/>
                </a:solidFill>
                <a:effectLst/>
                <a:uFillTx/>
                <a:latin typeface="Arial MT"/>
              </a:rPr>
              <a:t>Sensado</a:t>
            </a:r>
            <a:r>
              <a:rPr lang="en-US" sz="1800" b="0" u="none" strike="noStrike" spc="196">
                <a:solidFill>
                  <a:srgbClr val="414141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24242"/>
                </a:solidFill>
                <a:effectLst/>
                <a:uFillTx/>
                <a:latin typeface="Arial MT"/>
              </a:rPr>
              <a:t>dig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ital</a:t>
            </a:r>
            <a:r>
              <a:rPr lang="en-US" sz="1800" b="0" u="none" strike="noStrike" spc="54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24242"/>
                </a:solidFill>
                <a:effectLst/>
                <a:uFillTx/>
                <a:latin typeface="Arial MT"/>
              </a:rPr>
              <a:t>preciso</a:t>
            </a:r>
            <a:r>
              <a:rPr lang="en-US" sz="1800" b="0" u="none" strike="noStrike" spc="156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505050"/>
                </a:solidFill>
                <a:effectLst/>
                <a:uFillTx/>
                <a:latin typeface="Arial MT"/>
              </a:rPr>
              <a:t>para</a:t>
            </a:r>
            <a:r>
              <a:rPr lang="en-US" sz="1800" b="0" u="none" strike="noStrike" spc="201">
                <a:solidFill>
                  <a:srgbClr val="505050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temperaturas</a:t>
            </a:r>
            <a:r>
              <a:rPr lang="en-US" sz="1800" b="0" u="none" strike="noStrike" spc="289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525252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91">
                <a:solidFill>
                  <a:srgbClr val="52525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94949"/>
                </a:solidFill>
                <a:effectLst/>
                <a:uFillTx/>
                <a:latin typeface="Arial MT"/>
              </a:rPr>
              <a:t>congelado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profundo</a:t>
            </a:r>
            <a:r>
              <a:rPr lang="en-US" sz="1800" b="0" u="none" strike="noStrike" spc="105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525252"/>
                </a:solidFill>
                <a:effectLst/>
                <a:uFillTx/>
                <a:latin typeface="Arial MT"/>
              </a:rPr>
              <a:t>(s</a:t>
            </a:r>
            <a:r>
              <a:rPr lang="en-US" sz="1800" b="0" u="none" strike="noStrike" spc="-20">
                <a:solidFill>
                  <a:srgbClr val="52525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51">
                <a:solidFill>
                  <a:srgbClr val="3A3A3A"/>
                </a:solidFill>
                <a:effectLst/>
                <a:uFillTx/>
                <a:latin typeface="Arial MT"/>
              </a:rPr>
              <a:t>-</a:t>
            </a:r>
            <a:r>
              <a:rPr lang="en-US" sz="1800" b="0" u="none" strike="noStrike" spc="-11">
                <a:solidFill>
                  <a:srgbClr val="3A3A3A"/>
                </a:solidFill>
                <a:effectLst/>
                <a:uFillTx/>
                <a:latin typeface="Arial MT"/>
              </a:rPr>
              <a:t>18°C)</a:t>
            </a:r>
            <a:r>
              <a:rPr lang="en-US" sz="1800" b="0" u="none" strike="noStrike" spc="164">
                <a:solidFill>
                  <a:srgbClr val="3A3A3A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mediante</a:t>
            </a:r>
            <a:r>
              <a:rPr lang="en-US" sz="1800" b="0" u="none" strike="noStrike" spc="79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sondas</a:t>
            </a:r>
            <a:r>
              <a:rPr lang="en-US" sz="1800" b="0" u="none" strike="noStrike" spc="54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94949"/>
                </a:solidFill>
                <a:effectLst/>
                <a:uFillTx/>
                <a:latin typeface="Arial MT"/>
              </a:rPr>
              <a:t>estancas.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040" indent="2520">
              <a:lnSpc>
                <a:spcPct val="120000"/>
              </a:lnSpc>
              <a:spcBef>
                <a:spcPts val="989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3D3D3D"/>
                </a:solidFill>
                <a:effectLst/>
                <a:uFillTx/>
                <a:latin typeface="Arial MT"/>
              </a:rPr>
              <a:t>Zona</a:t>
            </a:r>
            <a:r>
              <a:rPr lang="en-US" sz="1800" b="0" u="none" strike="noStrike" spc="244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54">
                <a:solidFill>
                  <a:srgbClr val="494949"/>
                </a:solidFill>
                <a:effectLst/>
                <a:uFillTx/>
                <a:latin typeface="Arial MT"/>
              </a:rPr>
              <a:t>2:</a:t>
            </a:r>
            <a:r>
              <a:rPr lang="en-US" sz="1800" b="0" u="none" strike="noStrike" spc="-71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54">
                <a:solidFill>
                  <a:srgbClr val="444444"/>
                </a:solidFill>
                <a:effectLst/>
                <a:uFillTx/>
                <a:latin typeface="Arial MT"/>
              </a:rPr>
              <a:t>Refrigeración.</a:t>
            </a:r>
            <a:r>
              <a:rPr lang="en-US" sz="1800" b="0" u="none" strike="noStrike" spc="-14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Control</a:t>
            </a:r>
            <a:r>
              <a:rPr lang="en-US" sz="1800" b="0" u="none" strike="noStrike" spc="71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Arial MT"/>
              </a:rPr>
              <a:t>estricto</a:t>
            </a:r>
            <a:r>
              <a:rPr lang="en-US" sz="1800" b="0" u="none" strike="noStrike" spc="71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B3B3B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71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Arial MT"/>
              </a:rPr>
              <a:t>productos</a:t>
            </a:r>
            <a:r>
              <a:rPr lang="en-US" sz="1800" b="0" u="none" strike="noStrike" spc="74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D3D3D"/>
                </a:solidFill>
                <a:effectLst/>
                <a:uFillTx/>
                <a:latin typeface="Arial MT"/>
              </a:rPr>
              <a:t>frescos</a:t>
            </a:r>
            <a:r>
              <a:rPr lang="en-US" sz="1800" b="0" u="none" strike="noStrike" spc="74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64646"/>
                </a:solidFill>
                <a:effectLst/>
                <a:uFillTx/>
                <a:latin typeface="Arial MT"/>
              </a:rPr>
              <a:t>manteniéndose</a:t>
            </a:r>
            <a:r>
              <a:rPr lang="en-US" sz="1800" b="0" u="none" strike="noStrike" spc="346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en</a:t>
            </a:r>
            <a:r>
              <a:rPr lang="en-US" sz="1800" b="0" u="none" strike="noStrike" spc="14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6">
                <a:solidFill>
                  <a:srgbClr val="545454"/>
                </a:solidFill>
                <a:effectLst/>
                <a:uFillTx/>
                <a:latin typeface="Arial MT"/>
              </a:rPr>
              <a:t>el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intervalo</a:t>
            </a:r>
            <a:r>
              <a:rPr lang="en-US" sz="1800" b="0" u="none" strike="noStrike" spc="20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505050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51">
                <a:solidFill>
                  <a:srgbClr val="505050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0°C</a:t>
            </a:r>
            <a:r>
              <a:rPr lang="en-US" sz="1800" b="0" u="none" strike="noStrike" spc="31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a</a:t>
            </a:r>
            <a:r>
              <a:rPr lang="en-US" sz="1800" b="0" u="none" strike="noStrike" spc="111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0">
                <a:solidFill>
                  <a:srgbClr val="424242"/>
                </a:solidFill>
                <a:effectLst/>
                <a:uFillTx/>
                <a:latin typeface="Arial MT"/>
              </a:rPr>
              <a:t>5°C.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3960">
              <a:lnSpc>
                <a:spcPct val="120000"/>
              </a:lnSpc>
              <a:spcBef>
                <a:spcPts val="989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Zona</a:t>
            </a:r>
            <a:r>
              <a:rPr lang="en-US" sz="1800" b="0" u="none" strike="noStrike" spc="170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71">
                <a:solidFill>
                  <a:srgbClr val="545454"/>
                </a:solidFill>
                <a:effectLst/>
                <a:uFillTx/>
                <a:latin typeface="Arial MT"/>
              </a:rPr>
              <a:t>3:</a:t>
            </a:r>
            <a:r>
              <a:rPr lang="en-US" sz="1800" b="0" u="none" strike="noStrike" spc="-20">
                <a:solidFill>
                  <a:srgbClr val="54545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Almacén</a:t>
            </a:r>
            <a:r>
              <a:rPr lang="en-US" sz="1800" b="0" u="none" strike="noStrike" spc="125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Seco.</a:t>
            </a:r>
            <a:r>
              <a:rPr lang="en-US" sz="1800" b="0" u="none" strike="noStrike" spc="31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44444"/>
                </a:solidFill>
                <a:effectLst/>
                <a:uFillTx/>
                <a:latin typeface="Arial MT"/>
              </a:rPr>
              <a:t>Supervisión</a:t>
            </a:r>
            <a:r>
              <a:rPr lang="en-US" sz="1800" b="0" u="none" strike="noStrike" spc="125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combinada</a:t>
            </a:r>
            <a:r>
              <a:rPr lang="en-US" sz="1800" b="0" u="none" strike="noStrike" spc="235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5967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11">
                <a:solidFill>
                  <a:srgbClr val="465967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temperatura</a:t>
            </a:r>
            <a:r>
              <a:rPr lang="en-US" sz="1800" b="0" u="none" strike="noStrike" spc="286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525252"/>
                </a:solidFill>
                <a:effectLst/>
                <a:uFillTx/>
                <a:latin typeface="Arial MT"/>
              </a:rPr>
              <a:t>y</a:t>
            </a:r>
            <a:r>
              <a:rPr lang="en-US" sz="1800" b="0" u="none" strike="noStrike" spc="79">
                <a:solidFill>
                  <a:srgbClr val="52525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24242"/>
                </a:solidFill>
                <a:effectLst/>
                <a:uFillTx/>
                <a:latin typeface="Arial MT"/>
              </a:rPr>
              <a:t>humedad</a:t>
            </a:r>
            <a:r>
              <a:rPr lang="en-US" sz="1800" b="0" u="none" strike="noStrike" spc="244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64646"/>
                </a:solidFill>
                <a:effectLst/>
                <a:uFillTx/>
                <a:latin typeface="Arial MT"/>
              </a:rPr>
              <a:t>relativa </a:t>
            </a: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Arial MT"/>
              </a:rPr>
              <a:t>crítica</a:t>
            </a:r>
            <a:r>
              <a:rPr lang="en-US" sz="1800" b="0" u="none" strike="noStrike" spc="51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para</a:t>
            </a:r>
            <a:r>
              <a:rPr lang="en-US" sz="1800" b="0" u="none" strike="noStrike" spc="40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3B3B3B"/>
                </a:solidFill>
                <a:effectLst/>
                <a:uFillTx/>
                <a:latin typeface="Arial MT"/>
              </a:rPr>
              <a:t>insumos</a:t>
            </a:r>
            <a:r>
              <a:rPr lang="en-US" sz="1800" b="0" u="none" strike="noStrike" spc="71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14141"/>
                </a:solidFill>
                <a:effectLst/>
                <a:uFillTx/>
                <a:latin typeface="Arial MT"/>
              </a:rPr>
              <a:t>secos.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object 7"/>
          <p:cNvSpPr/>
          <p:nvPr/>
        </p:nvSpPr>
        <p:spPr>
          <a:xfrm>
            <a:off x="1241280" y="7574040"/>
            <a:ext cx="8911080" cy="74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 indent="3960">
              <a:lnSpc>
                <a:spcPct val="107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2200" b="0" u="none" strike="noStrike" spc="-210">
                <a:solidFill>
                  <a:srgbClr val="363636"/>
                </a:solidFill>
                <a:effectLst/>
                <a:uFillTx/>
                <a:latin typeface="Arial MT"/>
              </a:rPr>
              <a:t>Toda</a:t>
            </a:r>
            <a:r>
              <a:rPr lang="en-US" sz="2200" b="0" u="none" strike="noStrike" spc="-60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>
                <a:solidFill>
                  <a:srgbClr val="3F3F3F"/>
                </a:solidFill>
                <a:effectLst/>
                <a:uFillTx/>
                <a:latin typeface="Arial MT"/>
              </a:rPr>
              <a:t>la</a:t>
            </a:r>
            <a:r>
              <a:rPr lang="en-US" sz="2200" b="0" u="none" strike="noStrike" spc="-105">
                <a:solidFill>
                  <a:srgbClr val="3F3F3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1">
                <a:solidFill>
                  <a:srgbClr val="343434"/>
                </a:solidFill>
                <a:effectLst/>
                <a:uFillTx/>
                <a:latin typeface="Arial MT"/>
              </a:rPr>
              <a:t>información</a:t>
            </a:r>
            <a:r>
              <a:rPr lang="en-US" sz="2200" b="0" u="none" strike="noStrike" spc="2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6">
                <a:solidFill>
                  <a:srgbClr val="313131"/>
                </a:solidFill>
                <a:effectLst/>
                <a:uFillTx/>
                <a:latin typeface="Arial MT"/>
              </a:rPr>
              <a:t>es</a:t>
            </a:r>
            <a:r>
              <a:rPr lang="en-US" sz="2200" b="0" u="none" strike="noStrike" spc="-119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05">
                <a:solidFill>
                  <a:srgbClr val="2D2D2D"/>
                </a:solidFill>
                <a:effectLst/>
                <a:uFillTx/>
                <a:latin typeface="Arial MT"/>
              </a:rPr>
              <a:t>transmitida</a:t>
            </a:r>
            <a:r>
              <a:rPr lang="en-US" sz="2200" b="0" u="none" strike="noStrike" spc="2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>
                <a:solidFill>
                  <a:srgbClr val="313131"/>
                </a:solidFill>
                <a:effectLst/>
                <a:uFillTx/>
                <a:latin typeface="Arial MT"/>
              </a:rPr>
              <a:t>en</a:t>
            </a:r>
            <a:r>
              <a:rPr lang="en-US" sz="2200" b="0" u="none" strike="noStrike" spc="-13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3">
                <a:solidFill>
                  <a:srgbClr val="383838"/>
                </a:solidFill>
                <a:effectLst/>
                <a:uFillTx/>
                <a:latin typeface="Arial MT"/>
              </a:rPr>
              <a:t>tiempo</a:t>
            </a:r>
            <a:r>
              <a:rPr lang="en-US" sz="2200" b="0" u="none" strike="noStrike" spc="-31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1">
                <a:solidFill>
                  <a:srgbClr val="3A3A3A"/>
                </a:solidFill>
                <a:effectLst/>
                <a:uFillTx/>
                <a:latin typeface="Arial MT"/>
              </a:rPr>
              <a:t>real</a:t>
            </a:r>
            <a:r>
              <a:rPr lang="en-US" sz="2200" b="0" u="none" strike="noStrike" spc="-6">
                <a:solidFill>
                  <a:srgbClr val="3A3A3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6">
                <a:solidFill>
                  <a:srgbClr val="333333"/>
                </a:solidFill>
                <a:effectLst/>
                <a:uFillTx/>
                <a:latin typeface="Arial MT"/>
              </a:rPr>
              <a:t>al</a:t>
            </a:r>
            <a:r>
              <a:rPr lang="en-US" sz="2200" b="0" u="none" strike="noStrike" spc="-34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45">
                <a:solidFill>
                  <a:srgbClr val="2D2D2D"/>
                </a:solidFill>
                <a:effectLst/>
                <a:uFillTx/>
                <a:latin typeface="Arial MT"/>
              </a:rPr>
              <a:t>módulo</a:t>
            </a:r>
            <a:r>
              <a:rPr lang="en-US" sz="2200" b="0" u="none" strike="noStrike" spc="-31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79">
                <a:solidFill>
                  <a:srgbClr val="313131"/>
                </a:solidFill>
                <a:effectLst/>
                <a:uFillTx/>
                <a:latin typeface="Arial MT"/>
              </a:rPr>
              <a:t>central</a:t>
            </a:r>
            <a:r>
              <a:rPr lang="en-US" sz="2200" b="0" u="none" strike="noStrike" spc="2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0">
                <a:solidFill>
                  <a:srgbClr val="363636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5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54">
                <a:solidFill>
                  <a:srgbClr val="313131"/>
                </a:solidFill>
                <a:effectLst/>
                <a:uFillTx/>
                <a:latin typeface="Arial MT"/>
              </a:rPr>
              <a:t>cómputo </a:t>
            </a:r>
            <a:r>
              <a:rPr lang="en-US" sz="2200" b="0" u="none" strike="noStrike" spc="-176">
                <a:solidFill>
                  <a:srgbClr val="333333"/>
                </a:solidFill>
                <a:effectLst/>
                <a:uFillTx/>
                <a:latin typeface="Arial MT"/>
              </a:rPr>
              <a:t>para</a:t>
            </a:r>
            <a:r>
              <a:rPr lang="en-US" sz="2200" b="0" u="none" strike="noStrike" spc="-51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6">
                <a:solidFill>
                  <a:srgbClr val="242424"/>
                </a:solidFill>
                <a:effectLst/>
                <a:uFillTx/>
                <a:latin typeface="Arial MT"/>
              </a:rPr>
              <a:t>evaluar</a:t>
            </a:r>
            <a:r>
              <a:rPr lang="en-US" sz="2200" b="0" u="none" strike="noStrike" spc="-11">
                <a:solidFill>
                  <a:srgbClr val="24242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59">
                <a:solidFill>
                  <a:srgbClr val="31496B"/>
                </a:solidFill>
                <a:effectLst/>
                <a:uFillTx/>
                <a:latin typeface="Arial MT"/>
              </a:rPr>
              <a:t>y</a:t>
            </a:r>
            <a:r>
              <a:rPr lang="en-US" sz="2200" b="0" u="none" strike="noStrike" spc="-125">
                <a:solidFill>
                  <a:srgbClr val="31496B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85">
                <a:solidFill>
                  <a:srgbClr val="282828"/>
                </a:solidFill>
                <a:effectLst/>
                <a:uFillTx/>
                <a:latin typeface="Arial MT"/>
              </a:rPr>
              <a:t>reportar</a:t>
            </a:r>
            <a:r>
              <a:rPr lang="en-US" sz="2200" b="0" u="none" strike="noStrike" spc="34">
                <a:solidFill>
                  <a:srgbClr val="28282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05">
                <a:solidFill>
                  <a:srgbClr val="2A2A2A"/>
                </a:solidFill>
                <a:effectLst/>
                <a:uFillTx/>
                <a:latin typeface="Arial MT"/>
              </a:rPr>
              <a:t>desviaciones</a:t>
            </a:r>
            <a:r>
              <a:rPr lang="en-US" sz="2200" b="0" u="none" strike="noStrike" spc="65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0">
                <a:solidFill>
                  <a:srgbClr val="383838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5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3">
                <a:solidFill>
                  <a:srgbClr val="313131"/>
                </a:solidFill>
                <a:effectLst/>
                <a:uFillTx/>
                <a:latin typeface="Arial MT"/>
              </a:rPr>
              <a:t>forma</a:t>
            </a:r>
            <a:r>
              <a:rPr lang="en-US" sz="2200" b="0" u="none" strike="noStrike" spc="-74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6">
                <a:solidFill>
                  <a:srgbClr val="2A2A2A"/>
                </a:solidFill>
                <a:effectLst/>
                <a:uFillTx/>
                <a:latin typeface="Arial MT"/>
              </a:rPr>
              <a:t>inmediata.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object 8"/>
          <p:cNvSpPr/>
          <p:nvPr/>
        </p:nvSpPr>
        <p:spPr>
          <a:xfrm>
            <a:off x="13579560" y="4761360"/>
            <a:ext cx="2873520" cy="28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8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US" sz="1650" b="0" u="none" strike="noStrike" spc="54">
                <a:solidFill>
                  <a:srgbClr val="0A3D79"/>
                </a:solidFill>
                <a:effectLst/>
                <a:uFillTx/>
                <a:latin typeface="Arial MT"/>
              </a:rPr>
              <a:t>FLUJO</a:t>
            </a:r>
            <a:r>
              <a:rPr lang="en-US" sz="1650" b="0" u="none" strike="noStrike" spc="139">
                <a:solidFill>
                  <a:srgbClr val="0A3D79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74">
                <a:solidFill>
                  <a:srgbClr val="083B70"/>
                </a:solidFill>
                <a:effectLst/>
                <a:uFillTx/>
                <a:latin typeface="Arial MT"/>
              </a:rPr>
              <a:t>BÁSICO</a:t>
            </a:r>
            <a:r>
              <a:rPr lang="en-US" sz="1650" b="0" u="none" strike="noStrike" spc="31">
                <a:solidFill>
                  <a:srgbClr val="083B70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>
                <a:solidFill>
                  <a:srgbClr val="033F7E"/>
                </a:solidFill>
                <a:effectLst/>
                <a:uFillTx/>
                <a:latin typeface="Arial MT"/>
              </a:rPr>
              <a:t>DE </a:t>
            </a:r>
            <a:r>
              <a:rPr lang="en-US" sz="1650" b="0" u="none" strike="noStrike" spc="96">
                <a:solidFill>
                  <a:srgbClr val="004980"/>
                </a:solidFill>
                <a:effectLst/>
                <a:uFillTx/>
                <a:latin typeface="Arial MT"/>
              </a:rPr>
              <a:t>DATOS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object 9"/>
          <p:cNvSpPr/>
          <p:nvPr/>
        </p:nvSpPr>
        <p:spPr>
          <a:xfrm>
            <a:off x="13319280" y="5405400"/>
            <a:ext cx="3405960" cy="28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8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US" sz="1650" b="0" u="none" strike="noStrike" spc="-224">
                <a:solidFill>
                  <a:srgbClr val="6E80CA"/>
                </a:solidFill>
                <a:effectLst/>
                <a:uFillTx/>
                <a:latin typeface="Arial MT"/>
              </a:rPr>
              <a:t>CAPTURA</a:t>
            </a:r>
            <a:r>
              <a:rPr lang="en-US" sz="1650" b="0" u="none" strike="noStrike" spc="31">
                <a:solidFill>
                  <a:srgbClr val="6E80CA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-241">
                <a:solidFill>
                  <a:srgbClr val="566EC3"/>
                </a:solidFill>
                <a:effectLst/>
                <a:uFillTx/>
                <a:latin typeface="Arial MT"/>
              </a:rPr>
              <a:t>MULTISENSOR</a:t>
            </a:r>
            <a:r>
              <a:rPr lang="en-US" sz="1650" b="0" u="none" strike="noStrike" spc="136">
                <a:solidFill>
                  <a:srgbClr val="566EC3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-11">
                <a:solidFill>
                  <a:srgbClr val="56729C"/>
                </a:solidFill>
                <a:effectLst/>
                <a:uFillTx/>
                <a:latin typeface="Arial MT"/>
              </a:rPr>
              <a:t>(TI,</a:t>
            </a:r>
            <a:r>
              <a:rPr lang="en-US" sz="1650" b="0" u="none" strike="noStrike" spc="11">
                <a:solidFill>
                  <a:srgbClr val="56729C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-74">
                <a:solidFill>
                  <a:srgbClr val="243F8C"/>
                </a:solidFill>
                <a:effectLst/>
                <a:uFillTx/>
                <a:latin typeface="Arial MT"/>
              </a:rPr>
              <a:t>T2,</a:t>
            </a:r>
            <a:r>
              <a:rPr lang="en-US" sz="1650" b="0" u="none" strike="noStrike" spc="-136">
                <a:solidFill>
                  <a:srgbClr val="243F8C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-74">
                <a:solidFill>
                  <a:srgbClr val="34469A"/>
                </a:solidFill>
                <a:effectLst/>
                <a:uFillTx/>
                <a:latin typeface="Arial MT"/>
              </a:rPr>
              <a:t>H,</a:t>
            </a:r>
            <a:r>
              <a:rPr lang="en-US" sz="1650" b="0" u="none" strike="noStrike" spc="-125">
                <a:solidFill>
                  <a:srgbClr val="34469A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-145">
                <a:solidFill>
                  <a:srgbClr val="263F97"/>
                </a:solidFill>
                <a:effectLst/>
                <a:uFillTx/>
                <a:latin typeface="Arial MT"/>
              </a:rPr>
              <a:t>PIR)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object 10"/>
          <p:cNvSpPr/>
          <p:nvPr/>
        </p:nvSpPr>
        <p:spPr>
          <a:xfrm>
            <a:off x="13211640" y="6552720"/>
            <a:ext cx="3608280" cy="26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550" b="0" u="none" strike="noStrike" spc="-170">
                <a:solidFill>
                  <a:srgbClr val="165B46"/>
                </a:solidFill>
                <a:effectLst/>
                <a:uFillTx/>
                <a:latin typeface="Arial MT"/>
              </a:rPr>
              <a:t>FILTRADO</a:t>
            </a:r>
            <a:r>
              <a:rPr lang="en-US" sz="1550" b="0" u="none" strike="noStrike" spc="74">
                <a:solidFill>
                  <a:srgbClr val="165B46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196">
                <a:solidFill>
                  <a:srgbClr val="2F664D"/>
                </a:solidFill>
                <a:effectLst/>
                <a:uFillTx/>
                <a:latin typeface="Arial MT"/>
              </a:rPr>
              <a:t>Y</a:t>
            </a:r>
            <a:r>
              <a:rPr lang="en-US" sz="1550" b="0" u="none" strike="noStrike" spc="-40">
                <a:solidFill>
                  <a:srgbClr val="2F664D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105">
                <a:solidFill>
                  <a:srgbClr val="3B9075"/>
                </a:solidFill>
                <a:effectLst/>
                <a:uFillTx/>
                <a:latin typeface="Arial MT"/>
              </a:rPr>
              <a:t>MÁQUINA</a:t>
            </a:r>
            <a:r>
              <a:rPr lang="en-US" sz="1550" b="0" u="none" strike="noStrike" spc="54">
                <a:solidFill>
                  <a:srgbClr val="3B9075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196">
                <a:solidFill>
                  <a:srgbClr val="1D5434"/>
                </a:solidFill>
                <a:effectLst/>
                <a:uFillTx/>
                <a:latin typeface="Arial MT"/>
              </a:rPr>
              <a:t>DE</a:t>
            </a:r>
            <a:r>
              <a:rPr lang="en-US" sz="1550" b="0" u="none" strike="noStrike" spc="-14">
                <a:solidFill>
                  <a:srgbClr val="1D5434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181">
                <a:solidFill>
                  <a:srgbClr val="1C592F"/>
                </a:solidFill>
                <a:effectLst/>
                <a:uFillTx/>
                <a:latin typeface="Arial MT"/>
              </a:rPr>
              <a:t>ESTADOS</a:t>
            </a:r>
            <a:r>
              <a:rPr lang="en-US" sz="1550" b="0" u="none" strike="noStrike" spc="136">
                <a:solidFill>
                  <a:srgbClr val="1C592F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54">
                <a:solidFill>
                  <a:srgbClr val="80BFBD"/>
                </a:solidFill>
                <a:effectLst/>
                <a:uFillTx/>
                <a:latin typeface="Arial MT"/>
              </a:rPr>
              <a:t>(MCU)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object 11"/>
          <p:cNvSpPr/>
          <p:nvPr/>
        </p:nvSpPr>
        <p:spPr>
          <a:xfrm>
            <a:off x="13123440" y="7650720"/>
            <a:ext cx="379764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360">
                <a:solidFill>
                  <a:srgbClr val="791831"/>
                </a:solidFill>
                <a:effectLst/>
                <a:uFillTx/>
                <a:latin typeface="Arial MT"/>
              </a:rPr>
              <a:t>RESPUESTA</a:t>
            </a:r>
            <a:r>
              <a:rPr lang="en-US" sz="1800" b="0" u="none" strike="noStrike" spc="60">
                <a:solidFill>
                  <a:srgbClr val="791831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306">
                <a:solidFill>
                  <a:srgbClr val="931F38"/>
                </a:solidFill>
                <a:effectLst/>
                <a:uFillTx/>
                <a:latin typeface="Arial MT"/>
              </a:rPr>
              <a:t>LCD</a:t>
            </a:r>
            <a:r>
              <a:rPr lang="en-US" sz="1800" b="0" u="none" strike="noStrike" spc="-11">
                <a:solidFill>
                  <a:srgbClr val="931F3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41">
                <a:solidFill>
                  <a:srgbClr val="BA677E"/>
                </a:solidFill>
                <a:effectLst/>
                <a:uFillTx/>
                <a:latin typeface="Arial MT"/>
              </a:rPr>
              <a:t>+</a:t>
            </a:r>
            <a:r>
              <a:rPr lang="en-US" sz="1800" b="0" u="none" strike="noStrike" spc="-170">
                <a:solidFill>
                  <a:srgbClr val="BA677E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89">
                <a:solidFill>
                  <a:srgbClr val="A33F6E"/>
                </a:solidFill>
                <a:effectLst/>
                <a:uFillTx/>
                <a:latin typeface="Arial MT"/>
              </a:rPr>
              <a:t>LEDs</a:t>
            </a:r>
            <a:r>
              <a:rPr lang="en-US" sz="1800" b="0" u="none" strike="noStrike" spc="-51">
                <a:solidFill>
                  <a:srgbClr val="A33F6E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394">
                <a:solidFill>
                  <a:srgbClr val="900A36"/>
                </a:solidFill>
                <a:effectLst/>
                <a:uFillTx/>
                <a:latin typeface="Arial MT"/>
              </a:rPr>
              <a:t>RGB</a:t>
            </a:r>
            <a:r>
              <a:rPr lang="en-US" sz="1800" b="0" u="none" strike="noStrike" spc="-31">
                <a:solidFill>
                  <a:srgbClr val="900A3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41">
                <a:solidFill>
                  <a:srgbClr val="BA7285"/>
                </a:solidFill>
                <a:effectLst/>
                <a:uFillTx/>
                <a:latin typeface="Arial MT"/>
              </a:rPr>
              <a:t>+</a:t>
            </a:r>
            <a:r>
              <a:rPr lang="en-US" sz="1800" b="0" u="none" strike="noStrike" spc="-31">
                <a:solidFill>
                  <a:srgbClr val="BA7285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346">
                <a:solidFill>
                  <a:srgbClr val="931636"/>
                </a:solidFill>
                <a:effectLst/>
                <a:uFillTx/>
                <a:latin typeface="Arial MT"/>
              </a:rPr>
              <a:t>ALERTA</a:t>
            </a:r>
            <a:r>
              <a:rPr lang="en-US" sz="1800" b="0" u="none" strike="noStrike" spc="-40">
                <a:solidFill>
                  <a:srgbClr val="93163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334">
                <a:solidFill>
                  <a:srgbClr val="751538"/>
                </a:solidFill>
                <a:effectLst/>
                <a:uFillTx/>
                <a:latin typeface="Arial MT"/>
              </a:rPr>
              <a:t>PWM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object 12"/>
          <p:cNvSpPr/>
          <p:nvPr/>
        </p:nvSpPr>
        <p:spPr>
          <a:xfrm>
            <a:off x="17350200" y="1165320"/>
            <a:ext cx="1325520" cy="26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6"/>
              </a:spcBef>
              <a:tabLst>
                <a:tab pos="451440" algn="l"/>
              </a:tabLst>
            </a:pPr>
            <a:r>
              <a:rPr lang="en-US" sz="1550" b="0" u="none" strike="noStrike" spc="-26">
                <a:solidFill>
                  <a:srgbClr val="05346B"/>
                </a:solidFill>
                <a:effectLst/>
                <a:uFillTx/>
                <a:latin typeface="Arial MT"/>
              </a:rPr>
              <a:t>03.</a:t>
            </a:r>
            <a:r>
              <a:rPr lang="en-US" sz="1550" b="0" u="none" strike="noStrike">
                <a:solidFill>
                  <a:srgbClr val="05346B"/>
                </a:solidFill>
                <a:effectLst/>
                <a:uFillTx/>
                <a:latin typeface="Arial MT"/>
              </a:rPr>
              <a:t>	</a:t>
            </a:r>
            <a:r>
              <a:rPr lang="en-US" sz="1550" b="0" u="none" strike="noStrike" spc="-164">
                <a:solidFill>
                  <a:srgbClr val="7495B8"/>
                </a:solidFill>
                <a:effectLst/>
                <a:uFillTx/>
                <a:latin typeface="Arial MT"/>
              </a:rPr>
              <a:t>SOLUCIÓN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object 2"/>
          <p:cNvSpPr/>
          <p:nvPr/>
        </p:nvSpPr>
        <p:spPr>
          <a:xfrm>
            <a:off x="17496720" y="1087560"/>
            <a:ext cx="1319040" cy="360"/>
          </a:xfrm>
          <a:custGeom>
            <a:avLst/>
            <a:gdLst>
              <a:gd name="textAreaLeft" fmla="*/ 0 w 1319040"/>
              <a:gd name="textAreaRight" fmla="*/ 1319400 w 13190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319530">
                <a:moveTo>
                  <a:pt x="0" y="0"/>
                </a:moveTo>
                <a:lnTo>
                  <a:pt x="1319331" y="0"/>
                </a:lnTo>
              </a:path>
            </a:pathLst>
          </a:custGeom>
          <a:noFill/>
          <a:ln w="7853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object 3"/>
          <p:cNvPicPr/>
          <p:nvPr/>
        </p:nvPicPr>
        <p:blipFill>
          <a:blip r:embed="rId2"/>
          <a:stretch/>
        </p:blipFill>
        <p:spPr>
          <a:xfrm>
            <a:off x="5261760" y="6227640"/>
            <a:ext cx="313920" cy="31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object 4"/>
          <p:cNvPicPr/>
          <p:nvPr/>
        </p:nvPicPr>
        <p:blipFill>
          <a:blip r:embed="rId3"/>
          <a:stretch/>
        </p:blipFill>
        <p:spPr>
          <a:xfrm>
            <a:off x="9894960" y="6227640"/>
            <a:ext cx="313920" cy="31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object 5"/>
          <p:cNvPicPr/>
          <p:nvPr/>
        </p:nvPicPr>
        <p:blipFill>
          <a:blip r:embed="rId4"/>
          <a:stretch/>
        </p:blipFill>
        <p:spPr>
          <a:xfrm>
            <a:off x="14528520" y="6227640"/>
            <a:ext cx="313920" cy="31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object 6"/>
          <p:cNvPicPr/>
          <p:nvPr/>
        </p:nvPicPr>
        <p:blipFill>
          <a:blip r:embed="rId5"/>
          <a:stretch/>
        </p:blipFill>
        <p:spPr>
          <a:xfrm>
            <a:off x="17779680" y="10821600"/>
            <a:ext cx="1051920" cy="15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220400" y="857520"/>
            <a:ext cx="13772880" cy="771840"/>
          </a:xfrm>
          <a:prstGeom prst="rect">
            <a:avLst/>
          </a:prstGeom>
          <a:noFill/>
          <a:ln w="0">
            <a:noFill/>
          </a:ln>
        </p:spPr>
        <p:txBody>
          <a:bodyPr lIns="0" tIns="82080" rIns="0" bIns="0" anchor="t">
            <a:spAutoFit/>
          </a:bodyPr>
          <a:lstStyle/>
          <a:p>
            <a:pPr marL="44280" indent="0" algn="l">
              <a:lnSpc>
                <a:spcPct val="100000"/>
              </a:lnSpc>
              <a:spcBef>
                <a:spcPts val="130"/>
              </a:spcBef>
              <a:buNone/>
            </a:pPr>
            <a:r>
              <a:rPr lang="en-US" sz="4350" b="0" u="none" strike="noStrike" spc="170" dirty="0" err="1">
                <a:solidFill>
                  <a:srgbClr val="00367C"/>
                </a:solidFill>
                <a:effectLst/>
                <a:uFillTx/>
                <a:latin typeface="Arial MT"/>
              </a:rPr>
              <a:t>Arquitectura</a:t>
            </a:r>
            <a:r>
              <a:rPr lang="en-US" sz="4350" b="0" u="none" strike="noStrike" spc="156" dirty="0">
                <a:solidFill>
                  <a:srgbClr val="00367C"/>
                </a:solidFill>
                <a:effectLst/>
                <a:uFillTx/>
                <a:latin typeface="Arial MT"/>
              </a:rPr>
              <a:t> </a:t>
            </a:r>
            <a:r>
              <a:rPr lang="en-US" sz="4350" b="0" u="none" strike="noStrike" dirty="0">
                <a:solidFill>
                  <a:srgbClr val="003F8C"/>
                </a:solidFill>
                <a:effectLst/>
                <a:uFillTx/>
                <a:latin typeface="Arial MT"/>
              </a:rPr>
              <a:t>General</a:t>
            </a:r>
            <a:r>
              <a:rPr lang="en-US" sz="4350" b="0" u="none" strike="noStrike" spc="-26" dirty="0">
                <a:solidFill>
                  <a:srgbClr val="003F8C"/>
                </a:solidFill>
                <a:effectLst/>
                <a:uFillTx/>
                <a:latin typeface="Arial MT"/>
              </a:rPr>
              <a:t> </a:t>
            </a:r>
            <a:r>
              <a:rPr lang="en-US" sz="4350" b="0" u="none" strike="noStrike" spc="145" dirty="0">
                <a:solidFill>
                  <a:srgbClr val="003F87"/>
                </a:solidFill>
                <a:effectLst/>
                <a:uFillTx/>
                <a:latin typeface="Arial MT"/>
              </a:rPr>
              <a:t>de </a:t>
            </a:r>
            <a:r>
              <a:rPr lang="en-US" sz="4350" b="0" u="none" strike="noStrike" spc="145" dirty="0" err="1">
                <a:solidFill>
                  <a:srgbClr val="003F87"/>
                </a:solidFill>
                <a:effectLst/>
                <a:uFillTx/>
                <a:latin typeface="Arial MT"/>
              </a:rPr>
              <a:t>computadoras</a:t>
            </a:r>
            <a:endParaRPr lang="en-US" sz="435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4" name="object 8"/>
          <p:cNvSpPr/>
          <p:nvPr/>
        </p:nvSpPr>
        <p:spPr>
          <a:xfrm>
            <a:off x="17562240" y="1165320"/>
            <a:ext cx="1105920" cy="26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6"/>
              </a:spcBef>
              <a:tabLst>
                <a:tab pos="452880" algn="l"/>
              </a:tabLst>
            </a:pPr>
            <a:r>
              <a:rPr lang="en-US" sz="1550" b="0" u="none" strike="noStrike" spc="-20">
                <a:solidFill>
                  <a:srgbClr val="B3CAED"/>
                </a:solidFill>
                <a:effectLst/>
                <a:uFillTx/>
                <a:latin typeface="Arial MT"/>
              </a:rPr>
              <a:t>04</a:t>
            </a:r>
            <a:r>
              <a:rPr lang="en-US" sz="1550" b="0" u="none" strike="noStrike" spc="-235">
                <a:solidFill>
                  <a:srgbClr val="B3CAED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51">
                <a:solidFill>
                  <a:srgbClr val="0F366D"/>
                </a:solidFill>
                <a:effectLst/>
                <a:uFillTx/>
                <a:latin typeface="Arial MT"/>
              </a:rPr>
              <a:t>.</a:t>
            </a:r>
            <a:r>
              <a:rPr lang="en-US" sz="1550" b="0" u="none" strike="noStrike">
                <a:solidFill>
                  <a:srgbClr val="0F366D"/>
                </a:solidFill>
                <a:effectLst/>
                <a:uFillTx/>
                <a:latin typeface="Arial MT"/>
              </a:rPr>
              <a:t>	</a:t>
            </a:r>
            <a:r>
              <a:rPr lang="en-US" sz="1550" b="0" u="none" strike="noStrike" spc="-105">
                <a:solidFill>
                  <a:srgbClr val="2B6EA3"/>
                </a:solidFill>
                <a:effectLst/>
                <a:uFillTx/>
                <a:latin typeface="Arial MT"/>
              </a:rPr>
              <a:t>DISEñO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object 9"/>
          <p:cNvSpPr/>
          <p:nvPr/>
        </p:nvSpPr>
        <p:spPr>
          <a:xfrm>
            <a:off x="1238760" y="4052520"/>
            <a:ext cx="16747200" cy="74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5840" indent="-3960">
              <a:lnSpc>
                <a:spcPct val="115000"/>
              </a:lnSpc>
              <a:spcBef>
                <a:spcPts val="96"/>
              </a:spcBef>
              <a:tabLst>
                <a:tab pos="0" algn="l"/>
              </a:tabLst>
            </a:pPr>
            <a:r>
              <a:rPr lang="en-US" sz="2050" b="0" u="none" strike="noStrike" spc="-65">
                <a:solidFill>
                  <a:srgbClr val="24414B"/>
                </a:solidFill>
                <a:effectLst/>
                <a:uFillTx/>
                <a:latin typeface="Arial MT"/>
              </a:rPr>
              <a:t>El</a:t>
            </a:r>
            <a:r>
              <a:rPr lang="en-US" sz="2050" b="0" u="none" strike="noStrike" spc="-79">
                <a:solidFill>
                  <a:srgbClr val="24414B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54">
                <a:solidFill>
                  <a:srgbClr val="282828"/>
                </a:solidFill>
                <a:effectLst/>
                <a:uFillTx/>
                <a:latin typeface="Arial MT"/>
              </a:rPr>
              <a:t>sistema</a:t>
            </a:r>
            <a:r>
              <a:rPr lang="en-US" sz="2050" b="0" u="none" strike="noStrike" spc="-91">
                <a:solidFill>
                  <a:srgbClr val="282828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31">
                <a:solidFill>
                  <a:srgbClr val="2D2D2D"/>
                </a:solidFill>
                <a:effectLst/>
                <a:uFillTx/>
                <a:latin typeface="Arial MT"/>
              </a:rPr>
              <a:t>se</a:t>
            </a:r>
            <a:r>
              <a:rPr lang="en-US" sz="2050" b="0" u="none" strike="noStrike" spc="-113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111">
                <a:solidFill>
                  <a:srgbClr val="363636"/>
                </a:solidFill>
                <a:effectLst/>
                <a:uFillTx/>
                <a:latin typeface="Arial MT"/>
              </a:rPr>
              <a:t>ha</a:t>
            </a:r>
            <a:r>
              <a:rPr lang="en-US" sz="2050" b="0" u="none" strike="noStrike" spc="-60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11">
                <a:solidFill>
                  <a:srgbClr val="262626"/>
                </a:solidFill>
                <a:effectLst/>
                <a:uFillTx/>
                <a:latin typeface="Arial MT"/>
              </a:rPr>
              <a:t>estructurado</a:t>
            </a:r>
            <a:r>
              <a:rPr lang="en-US" sz="2050" b="0" u="none" strike="noStrike" spc="-130">
                <a:solidFill>
                  <a:srgbClr val="262626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11">
                <a:solidFill>
                  <a:srgbClr val="3A3A3A"/>
                </a:solidFill>
                <a:effectLst/>
                <a:uFillTx/>
                <a:latin typeface="Arial MT"/>
              </a:rPr>
              <a:t>en</a:t>
            </a:r>
            <a:r>
              <a:rPr lang="en-US" sz="2050" b="0" u="none" strike="noStrike" spc="-136">
                <a:solidFill>
                  <a:srgbClr val="3A3A3A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>
                <a:solidFill>
                  <a:srgbClr val="3F3F3F"/>
                </a:solidFill>
                <a:effectLst/>
                <a:uFillTx/>
                <a:latin typeface="Arial MT"/>
              </a:rPr>
              <a:t>cuatro</a:t>
            </a:r>
            <a:r>
              <a:rPr lang="en-US" sz="2050" b="0" u="none" strike="noStrike" spc="-145">
                <a:solidFill>
                  <a:srgbClr val="3F3F3F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>
                <a:solidFill>
                  <a:srgbClr val="2F2F2F"/>
                </a:solidFill>
                <a:effectLst/>
                <a:uFillTx/>
                <a:latin typeface="Arial MT"/>
              </a:rPr>
              <a:t>capas</a:t>
            </a:r>
            <a:r>
              <a:rPr lang="en-US" sz="2050" b="0" u="none" strike="noStrike" spc="-145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>
                <a:solidFill>
                  <a:srgbClr val="363636"/>
                </a:solidFill>
                <a:effectLst/>
                <a:uFillTx/>
                <a:latin typeface="Arial MT"/>
              </a:rPr>
              <a:t>funcionales</a:t>
            </a:r>
            <a:r>
              <a:rPr lang="en-US" sz="2050" b="0" u="none" strike="noStrike" spc="-14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>
                <a:solidFill>
                  <a:srgbClr val="2A2A2A"/>
                </a:solidFill>
                <a:effectLst/>
                <a:uFillTx/>
                <a:latin typeface="Arial MT"/>
              </a:rPr>
              <a:t>e</a:t>
            </a:r>
            <a:r>
              <a:rPr lang="en-US" sz="2050" b="0" u="none" strike="noStrike" spc="-111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11">
                <a:solidFill>
                  <a:srgbClr val="212121"/>
                </a:solidFill>
                <a:effectLst/>
                <a:uFillTx/>
                <a:latin typeface="Arial MT"/>
              </a:rPr>
              <a:t>interconectadas</a:t>
            </a:r>
            <a:r>
              <a:rPr lang="en-US" sz="2050" b="0" u="none" strike="noStrike" spc="-136">
                <a:solidFill>
                  <a:srgbClr val="212121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11">
                <a:solidFill>
                  <a:srgbClr val="2D2D2D"/>
                </a:solidFill>
                <a:effectLst/>
                <a:uFillTx/>
                <a:latin typeface="Arial MT"/>
              </a:rPr>
              <a:t>de</a:t>
            </a:r>
            <a:r>
              <a:rPr lang="en-US" sz="2050" b="0" u="none" strike="noStrike" spc="-99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79">
                <a:solidFill>
                  <a:srgbClr val="313131"/>
                </a:solidFill>
                <a:effectLst/>
                <a:uFillTx/>
                <a:latin typeface="Arial MT"/>
              </a:rPr>
              <a:t>manera</a:t>
            </a:r>
            <a:r>
              <a:rPr lang="en-US" sz="2050" b="0" u="none" strike="noStrike" spc="-45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65">
                <a:solidFill>
                  <a:srgbClr val="363636"/>
                </a:solidFill>
                <a:effectLst/>
                <a:uFillTx/>
                <a:latin typeface="Arial MT"/>
              </a:rPr>
              <a:t>modular.</a:t>
            </a:r>
            <a:r>
              <a:rPr lang="en-US" sz="2050" b="0" u="none" strike="noStrike" spc="-91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74">
                <a:solidFill>
                  <a:srgbClr val="363636"/>
                </a:solidFill>
                <a:effectLst/>
                <a:uFillTx/>
                <a:latin typeface="Arial MT"/>
              </a:rPr>
              <a:t>Este</a:t>
            </a:r>
            <a:r>
              <a:rPr lang="en-US" sz="2050" b="0" u="none" strike="noStrike" spc="-65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11">
                <a:solidFill>
                  <a:srgbClr val="2F2F2F"/>
                </a:solidFill>
                <a:effectLst/>
                <a:uFillTx/>
                <a:latin typeface="Arial MT"/>
              </a:rPr>
              <a:t>enfoque</a:t>
            </a:r>
            <a:r>
              <a:rPr lang="en-US" sz="2050" b="0" u="none" strike="noStrike" spc="14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11">
                <a:solidFill>
                  <a:srgbClr val="313131"/>
                </a:solidFill>
                <a:effectLst/>
                <a:uFillTx/>
                <a:latin typeface="Arial MT"/>
              </a:rPr>
              <a:t>de</a:t>
            </a:r>
            <a:r>
              <a:rPr lang="en-US" sz="2050" b="0" u="none" strike="noStrike" spc="-99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34">
                <a:solidFill>
                  <a:srgbClr val="2A2A2A"/>
                </a:solidFill>
                <a:effectLst/>
                <a:uFillTx/>
                <a:latin typeface="Arial MT"/>
              </a:rPr>
              <a:t>ingeniería</a:t>
            </a:r>
            <a:r>
              <a:rPr lang="en-US" sz="2050" b="0" u="none" strike="noStrike" spc="6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54">
                <a:solidFill>
                  <a:srgbClr val="2D2D2D"/>
                </a:solidFill>
                <a:effectLst/>
                <a:uFillTx/>
                <a:latin typeface="Arial MT"/>
              </a:rPr>
              <a:t>garantiza</a:t>
            </a:r>
            <a:r>
              <a:rPr lang="en-US" sz="2050" b="0" u="none" strike="noStrike" spc="-31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74">
                <a:solidFill>
                  <a:srgbClr val="343434"/>
                </a:solidFill>
                <a:effectLst/>
                <a:uFillTx/>
                <a:latin typeface="Arial MT"/>
              </a:rPr>
              <a:t>la</a:t>
            </a:r>
            <a:r>
              <a:rPr lang="en-US" sz="2050" b="0" u="none" strike="noStrike" spc="-79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>
                <a:solidFill>
                  <a:srgbClr val="2D2D2D"/>
                </a:solidFill>
                <a:effectLst/>
                <a:uFillTx/>
                <a:latin typeface="Arial MT"/>
              </a:rPr>
              <a:t>facilidad</a:t>
            </a:r>
            <a:r>
              <a:rPr lang="en-US" sz="2050" b="0" u="none" strike="noStrike" spc="-34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26">
                <a:solidFill>
                  <a:srgbClr val="383838"/>
                </a:solidFill>
                <a:effectLst/>
                <a:uFillTx/>
                <a:latin typeface="Arial MT"/>
              </a:rPr>
              <a:t>de </a:t>
            </a:r>
            <a:r>
              <a:rPr lang="en-US" sz="2050" b="0" u="none" strike="noStrike" spc="-45">
                <a:solidFill>
                  <a:srgbClr val="313131"/>
                </a:solidFill>
                <a:effectLst/>
                <a:uFillTx/>
                <a:latin typeface="Arial MT"/>
              </a:rPr>
              <a:t>mantenimiento</a:t>
            </a:r>
            <a:r>
              <a:rPr lang="en-US" sz="2050" b="0" u="none" strike="noStrike" spc="-85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>
                <a:solidFill>
                  <a:srgbClr val="2F2F2F"/>
                </a:solidFill>
                <a:effectLst/>
                <a:uFillTx/>
                <a:latin typeface="Arial MT"/>
              </a:rPr>
              <a:t>técnico</a:t>
            </a:r>
            <a:r>
              <a:rPr lang="en-US" sz="2050" b="0" u="none" strike="noStrike" spc="-74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>
                <a:solidFill>
                  <a:srgbClr val="3B3B3B"/>
                </a:solidFill>
                <a:effectLst/>
                <a:uFillTx/>
                <a:latin typeface="Arial MT"/>
              </a:rPr>
              <a:t>del</a:t>
            </a:r>
            <a:r>
              <a:rPr lang="en-US" sz="2050" b="0" u="none" strike="noStrike" spc="-145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>
                <a:solidFill>
                  <a:srgbClr val="2F2F2F"/>
                </a:solidFill>
                <a:effectLst/>
                <a:uFillTx/>
                <a:latin typeface="Arial MT"/>
              </a:rPr>
              <a:t>código</a:t>
            </a:r>
            <a:r>
              <a:rPr lang="en-US" sz="2050" b="0" u="none" strike="noStrike" spc="-40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79">
                <a:solidFill>
                  <a:srgbClr val="344962"/>
                </a:solidFill>
                <a:effectLst/>
                <a:uFillTx/>
                <a:latin typeface="Arial MT"/>
              </a:rPr>
              <a:t>y</a:t>
            </a:r>
            <a:r>
              <a:rPr lang="en-US" sz="2050" b="0" u="none" strike="noStrike" spc="-85">
                <a:solidFill>
                  <a:srgbClr val="344962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11">
                <a:solidFill>
                  <a:srgbClr val="2D2D2D"/>
                </a:solidFill>
                <a:effectLst/>
                <a:uFillTx/>
                <a:latin typeface="Arial MT"/>
              </a:rPr>
              <a:t>permite</a:t>
            </a:r>
            <a:r>
              <a:rPr lang="en-US" sz="2050" b="0" u="none" strike="noStrike" spc="-54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31">
                <a:solidFill>
                  <a:srgbClr val="343434"/>
                </a:solidFill>
                <a:effectLst/>
                <a:uFillTx/>
                <a:latin typeface="Arial MT"/>
              </a:rPr>
              <a:t>depurar</a:t>
            </a:r>
            <a:r>
              <a:rPr lang="en-US" sz="2050" b="0" u="none" strike="noStrike" spc="31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11">
                <a:solidFill>
                  <a:srgbClr val="262626"/>
                </a:solidFill>
                <a:effectLst/>
                <a:uFillTx/>
                <a:latin typeface="Arial MT"/>
              </a:rPr>
              <a:t>fallas</a:t>
            </a:r>
            <a:r>
              <a:rPr lang="en-US" sz="2050" b="0" u="none" strike="noStrike" spc="-99">
                <a:solidFill>
                  <a:srgbClr val="262626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11">
                <a:solidFill>
                  <a:srgbClr val="3D3D3D"/>
                </a:solidFill>
                <a:effectLst/>
                <a:uFillTx/>
                <a:latin typeface="Arial MT"/>
              </a:rPr>
              <a:t>de</a:t>
            </a:r>
            <a:r>
              <a:rPr lang="en-US" sz="2050" b="0" u="none" strike="noStrike" spc="-111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45">
                <a:solidFill>
                  <a:srgbClr val="2A2A2A"/>
                </a:solidFill>
                <a:effectLst/>
                <a:uFillTx/>
                <a:latin typeface="Arial MT"/>
              </a:rPr>
              <a:t>hardware</a:t>
            </a:r>
            <a:r>
              <a:rPr lang="en-US" sz="2050" b="0" u="none" strike="noStrike" spc="6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51">
                <a:solidFill>
                  <a:srgbClr val="262626"/>
                </a:solidFill>
                <a:effectLst/>
                <a:uFillTx/>
                <a:latin typeface="Arial MT"/>
              </a:rPr>
              <a:t>aislando</a:t>
            </a:r>
            <a:r>
              <a:rPr lang="en-US" sz="2050" b="0" u="none" strike="noStrike" spc="-40">
                <a:solidFill>
                  <a:srgbClr val="262626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>
                <a:solidFill>
                  <a:srgbClr val="333333"/>
                </a:solidFill>
                <a:effectLst/>
                <a:uFillTx/>
                <a:latin typeface="Arial MT"/>
              </a:rPr>
              <a:t>los</a:t>
            </a:r>
            <a:r>
              <a:rPr lang="en-US" sz="2050" b="0" u="none" strike="noStrike" spc="-139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31">
                <a:solidFill>
                  <a:srgbClr val="262626"/>
                </a:solidFill>
                <a:effectLst/>
                <a:uFillTx/>
                <a:latin typeface="Arial MT"/>
              </a:rPr>
              <a:t>buses</a:t>
            </a:r>
            <a:r>
              <a:rPr lang="en-US" sz="2050" b="0" u="none" strike="noStrike" spc="-91">
                <a:solidFill>
                  <a:srgbClr val="262626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20">
                <a:solidFill>
                  <a:srgbClr val="3B3B3B"/>
                </a:solidFill>
                <a:effectLst/>
                <a:uFillTx/>
                <a:latin typeface="Arial MT"/>
              </a:rPr>
              <a:t>de</a:t>
            </a:r>
            <a:r>
              <a:rPr lang="en-US" sz="2050" b="0" u="none" strike="noStrike" spc="-119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11">
                <a:solidFill>
                  <a:srgbClr val="2D2D2D"/>
                </a:solidFill>
                <a:effectLst/>
                <a:uFillTx/>
                <a:latin typeface="Arial MT"/>
              </a:rPr>
              <a:t>comunicación.</a:t>
            </a:r>
            <a:endParaRPr lang="en-US" sz="2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object 10"/>
          <p:cNvSpPr/>
          <p:nvPr/>
        </p:nvSpPr>
        <p:spPr>
          <a:xfrm>
            <a:off x="1260360" y="5359680"/>
            <a:ext cx="3667320" cy="2065320"/>
          </a:xfrm>
          <a:prstGeom prst="rect">
            <a:avLst/>
          </a:prstGeom>
          <a:noFill/>
          <a:ln w="23559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30400" rIns="0" bIns="0" anchor="t">
            <a:spAutoFit/>
          </a:bodyPr>
          <a:lstStyle/>
          <a:p>
            <a:pPr marL="5040" algn="ctr">
              <a:lnSpc>
                <a:spcPct val="100000"/>
              </a:lnSpc>
              <a:spcBef>
                <a:spcPts val="1814"/>
              </a:spcBef>
            </a:pPr>
            <a:r>
              <a:rPr lang="en-US" sz="2050" b="0" u="none" strike="noStrike" spc="164">
                <a:solidFill>
                  <a:srgbClr val="003F83"/>
                </a:solidFill>
                <a:effectLst/>
                <a:uFillTx/>
                <a:latin typeface="Calibri"/>
              </a:rPr>
              <a:t>Adquisición</a:t>
            </a:r>
            <a:endParaRPr lang="en-US" sz="2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9800" indent="5760" algn="ctr">
              <a:lnSpc>
                <a:spcPct val="119000"/>
              </a:lnSpc>
              <a:spcBef>
                <a:spcPts val="765"/>
              </a:spcBef>
              <a:tabLst>
                <a:tab pos="0" algn="l"/>
              </a:tabLst>
            </a:pPr>
            <a:r>
              <a:rPr lang="en-US" sz="1550" b="0" u="none" strike="noStrike" spc="-11">
                <a:solidFill>
                  <a:srgbClr val="696969"/>
                </a:solidFill>
                <a:effectLst/>
                <a:uFillTx/>
                <a:latin typeface="Arial MT"/>
              </a:rPr>
              <a:t>Sensores</a:t>
            </a:r>
            <a:r>
              <a:rPr lang="en-US" sz="1550" b="0" u="none" strike="noStrike" spc="-74">
                <a:solidFill>
                  <a:srgbClr val="696969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11">
                <a:solidFill>
                  <a:srgbClr val="646464"/>
                </a:solidFill>
                <a:effectLst/>
                <a:uFillTx/>
                <a:latin typeface="Arial MT"/>
              </a:rPr>
              <a:t>digitales: </a:t>
            </a:r>
            <a:r>
              <a:rPr lang="en-US" sz="1550" b="0" u="none" strike="noStrike" spc="-45">
                <a:solidFill>
                  <a:srgbClr val="595959"/>
                </a:solidFill>
                <a:effectLst/>
                <a:uFillTx/>
                <a:latin typeface="Arial MT"/>
              </a:rPr>
              <a:t>DS18B20</a:t>
            </a:r>
            <a:r>
              <a:rPr lang="en-US" sz="1550" b="0" u="none" strike="noStrike" spc="45">
                <a:solidFill>
                  <a:srgbClr val="595959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11">
                <a:solidFill>
                  <a:srgbClr val="6D6D6D"/>
                </a:solidFill>
                <a:effectLst/>
                <a:uFillTx/>
                <a:latin typeface="Arial MT"/>
              </a:rPr>
              <a:t>(Sondas) </a:t>
            </a:r>
            <a:r>
              <a:rPr lang="en-US" sz="1550" b="0" u="none" strike="noStrike">
                <a:solidFill>
                  <a:srgbClr val="707070"/>
                </a:solidFill>
                <a:effectLst/>
                <a:uFillTx/>
                <a:latin typeface="Arial MT"/>
              </a:rPr>
              <a:t>DHT22</a:t>
            </a:r>
            <a:r>
              <a:rPr lang="en-US" sz="1550" b="0" u="none" strike="noStrike" spc="-54">
                <a:solidFill>
                  <a:srgbClr val="707070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11">
                <a:solidFill>
                  <a:srgbClr val="6B6B6B"/>
                </a:solidFill>
                <a:effectLst/>
                <a:uFillTx/>
                <a:latin typeface="Arial MT"/>
              </a:rPr>
              <a:t>(Humedad) </a:t>
            </a:r>
            <a:r>
              <a:rPr lang="en-US" sz="1550" b="0" u="none" strike="noStrike" spc="-74">
                <a:solidFill>
                  <a:srgbClr val="727272"/>
                </a:solidFill>
                <a:effectLst/>
                <a:uFillTx/>
                <a:latin typeface="Arial MT"/>
              </a:rPr>
              <a:t>PIR</a:t>
            </a:r>
            <a:r>
              <a:rPr lang="en-US" sz="1550" b="0" u="none" strike="noStrike" spc="-14">
                <a:solidFill>
                  <a:srgbClr val="727272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11">
                <a:solidFill>
                  <a:srgbClr val="666666"/>
                </a:solidFill>
                <a:effectLst/>
                <a:uFillTx/>
                <a:latin typeface="Arial MT"/>
              </a:rPr>
              <a:t>(Presencia)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object 11"/>
          <p:cNvSpPr/>
          <p:nvPr/>
        </p:nvSpPr>
        <p:spPr>
          <a:xfrm>
            <a:off x="5893920" y="5501160"/>
            <a:ext cx="3667320" cy="1790280"/>
          </a:xfrm>
          <a:prstGeom prst="rect">
            <a:avLst/>
          </a:prstGeom>
          <a:noFill/>
          <a:ln w="23559">
            <a:solidFill>
              <a:srgbClr val="083B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3040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1814"/>
              </a:spcBef>
            </a:pPr>
            <a:r>
              <a:rPr lang="en-US" sz="2050" b="0" u="none" strike="noStrike" spc="196">
                <a:solidFill>
                  <a:srgbClr val="003B72"/>
                </a:solidFill>
                <a:effectLst/>
                <a:uFillTx/>
                <a:latin typeface="Calibri"/>
              </a:rPr>
              <a:t>Procesamiento</a:t>
            </a:r>
            <a:endParaRPr lang="en-US" sz="2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29"/>
              </a:spcBef>
            </a:pPr>
            <a:r>
              <a:rPr lang="en-US" sz="1650" b="0" u="none" strike="noStrike" spc="-11">
                <a:solidFill>
                  <a:srgbClr val="6B7787"/>
                </a:solidFill>
                <a:effectLst/>
                <a:uFillTx/>
                <a:latin typeface="Arial MT"/>
              </a:rPr>
              <a:t>ATmega2560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7280" algn="ctr">
              <a:lnSpc>
                <a:spcPts val="2231"/>
              </a:lnSpc>
              <a:spcBef>
                <a:spcPts val="111"/>
              </a:spcBef>
            </a:pPr>
            <a:r>
              <a:rPr lang="en-US" sz="1550" b="0" u="none" strike="noStrike" spc="-20">
                <a:solidFill>
                  <a:srgbClr val="AFAFAF"/>
                </a:solidFill>
                <a:effectLst/>
                <a:uFillTx/>
                <a:latin typeface="Arial MT"/>
              </a:rPr>
              <a:t>Análisis</a:t>
            </a:r>
            <a:r>
              <a:rPr lang="en-US" sz="1550" b="0" u="none" strike="noStrike" spc="-31">
                <a:solidFill>
                  <a:srgbClr val="AFAFAF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26B7C"/>
                </a:solidFill>
                <a:effectLst/>
                <a:uFillTx/>
                <a:latin typeface="Arial MT"/>
              </a:rPr>
              <a:t>en</a:t>
            </a:r>
            <a:r>
              <a:rPr lang="en-US" sz="1550" b="0" u="none" strike="noStrike" spc="-99">
                <a:solidFill>
                  <a:srgbClr val="626B7C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AEBCD6"/>
                </a:solidFill>
                <a:effectLst/>
                <a:uFillTx/>
                <a:latin typeface="Arial MT"/>
              </a:rPr>
              <a:t>tiempo</a:t>
            </a:r>
            <a:r>
              <a:rPr lang="en-US" sz="1550" b="0" u="none" strike="noStrike" spc="34">
                <a:solidFill>
                  <a:srgbClr val="AEBCD6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8997B1"/>
                </a:solidFill>
                <a:effectLst/>
                <a:uFillTx/>
                <a:latin typeface="Arial MT"/>
              </a:rPr>
              <a:t>real,</a:t>
            </a:r>
            <a:r>
              <a:rPr lang="en-US" sz="1550" b="0" u="none" strike="noStrike" spc="-91">
                <a:solidFill>
                  <a:srgbClr val="8997B1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20">
                <a:solidFill>
                  <a:srgbClr val="A8BFDA"/>
                </a:solidFill>
                <a:effectLst/>
                <a:uFillTx/>
                <a:latin typeface="Arial MT"/>
              </a:rPr>
              <a:t>FSM</a:t>
            </a:r>
            <a:r>
              <a:rPr lang="en-US" sz="1550" b="0" u="none" strike="noStrike" spc="34">
                <a:solidFill>
                  <a:srgbClr val="A8BFDA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26">
                <a:solidFill>
                  <a:srgbClr val="677089"/>
                </a:solidFill>
                <a:effectLst/>
                <a:uFillTx/>
                <a:latin typeface="Arial MT"/>
              </a:rPr>
              <a:t>de </a:t>
            </a:r>
            <a:r>
              <a:rPr lang="en-US" sz="1550" b="0" u="none" strike="noStrike">
                <a:solidFill>
                  <a:srgbClr val="646D80"/>
                </a:solidFill>
                <a:effectLst/>
                <a:uFillTx/>
                <a:latin typeface="Arial MT"/>
              </a:rPr>
              <a:t>alertas</a:t>
            </a:r>
            <a:r>
              <a:rPr lang="en-US" sz="1550" b="0" u="none" strike="noStrike" spc="74">
                <a:solidFill>
                  <a:srgbClr val="646D80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728397"/>
                </a:solidFill>
                <a:effectLst/>
                <a:uFillTx/>
                <a:latin typeface="Arial MT"/>
              </a:rPr>
              <a:t>y</a:t>
            </a:r>
            <a:r>
              <a:rPr lang="en-US" sz="1550" b="0" u="none" strike="noStrike" spc="31">
                <a:solidFill>
                  <a:srgbClr val="728397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B3B3B3"/>
                </a:solidFill>
                <a:effectLst/>
                <a:uFillTx/>
                <a:latin typeface="Arial MT"/>
              </a:rPr>
              <a:t>timers</a:t>
            </a:r>
            <a:r>
              <a:rPr lang="en-US" sz="1550" b="0" u="none" strike="noStrike" spc="34">
                <a:solidFill>
                  <a:srgbClr val="B3B3B3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ACACAC"/>
                </a:solidFill>
                <a:effectLst/>
                <a:uFillTx/>
                <a:latin typeface="Arial MT"/>
              </a:rPr>
              <a:t>por</a:t>
            </a:r>
            <a:r>
              <a:rPr lang="en-US" sz="1550" b="0" u="none" strike="noStrike" spc="145">
                <a:solidFill>
                  <a:srgbClr val="ACACAC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11">
                <a:solidFill>
                  <a:srgbClr val="ACACAC"/>
                </a:solidFill>
                <a:effectLst/>
                <a:uFillTx/>
                <a:latin typeface="Arial MT"/>
              </a:rPr>
              <a:t>hardware.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object 12"/>
          <p:cNvSpPr/>
          <p:nvPr/>
        </p:nvSpPr>
        <p:spPr>
          <a:xfrm>
            <a:off x="10527120" y="5359680"/>
            <a:ext cx="3667320" cy="2065320"/>
          </a:xfrm>
          <a:prstGeom prst="rect">
            <a:avLst/>
          </a:prstGeom>
          <a:noFill/>
          <a:ln w="23559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30400" rIns="0" bIns="0" anchor="t">
            <a:spAutoFit/>
          </a:bodyPr>
          <a:lstStyle/>
          <a:p>
            <a:pPr marL="9360" algn="ctr">
              <a:lnSpc>
                <a:spcPct val="100000"/>
              </a:lnSpc>
              <a:spcBef>
                <a:spcPts val="1814"/>
              </a:spcBef>
            </a:pPr>
            <a:r>
              <a:rPr lang="en-US" sz="2050" b="0" u="none" strike="noStrike" spc="215">
                <a:solidFill>
                  <a:srgbClr val="05447B"/>
                </a:solidFill>
                <a:effectLst/>
                <a:uFillTx/>
                <a:latin typeface="Calibri"/>
              </a:rPr>
              <a:t>Actuación</a:t>
            </a:r>
            <a:endParaRPr lang="en-US" sz="2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29"/>
              </a:spcBef>
            </a:pPr>
            <a:r>
              <a:rPr lang="en-US" sz="1650" b="0" u="none" strike="noStrike" spc="-130">
                <a:solidFill>
                  <a:srgbClr val="7E7E7E"/>
                </a:solidFill>
                <a:effectLst/>
                <a:uFillTx/>
                <a:latin typeface="Arial MT"/>
              </a:rPr>
              <a:t>LEDs</a:t>
            </a:r>
            <a:r>
              <a:rPr lang="en-US" sz="1650" b="0" u="none" strike="noStrike" spc="-60">
                <a:solidFill>
                  <a:srgbClr val="7E7E7E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-221">
                <a:solidFill>
                  <a:srgbClr val="747474"/>
                </a:solidFill>
                <a:effectLst/>
                <a:uFillTx/>
                <a:latin typeface="Arial MT"/>
              </a:rPr>
              <a:t>RGB</a:t>
            </a:r>
            <a:r>
              <a:rPr lang="en-US" sz="1650" b="0" u="none" strike="noStrike" spc="119">
                <a:solidFill>
                  <a:srgbClr val="747474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-20">
                <a:solidFill>
                  <a:srgbClr val="696969"/>
                </a:solidFill>
                <a:effectLst/>
                <a:uFillTx/>
                <a:latin typeface="Arial MT"/>
              </a:rPr>
              <a:t>(FSM)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lang="en-US" sz="1650" b="0" u="none" strike="noStrike" spc="-20">
                <a:solidFill>
                  <a:srgbClr val="646464"/>
                </a:solidFill>
                <a:effectLst/>
                <a:uFillTx/>
                <a:latin typeface="Arial MT"/>
              </a:rPr>
              <a:t>Buzzer</a:t>
            </a:r>
            <a:r>
              <a:rPr lang="en-US" sz="1650" b="0" u="none" strike="noStrike" spc="-65">
                <a:solidFill>
                  <a:srgbClr val="646464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-11">
                <a:solidFill>
                  <a:srgbClr val="676767"/>
                </a:solidFill>
                <a:effectLst/>
                <a:uFillTx/>
                <a:latin typeface="Arial MT"/>
              </a:rPr>
              <a:t>Pasivo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algn="ctr">
              <a:lnSpc>
                <a:spcPct val="112000"/>
              </a:lnSpc>
            </a:pPr>
            <a:r>
              <a:rPr lang="en-US" sz="1650" b="0" u="none" strike="noStrike" spc="-85">
                <a:solidFill>
                  <a:srgbClr val="6B6B6B"/>
                </a:solidFill>
                <a:effectLst/>
                <a:uFillTx/>
                <a:latin typeface="Arial MT"/>
              </a:rPr>
              <a:t>(PWM</a:t>
            </a:r>
            <a:r>
              <a:rPr lang="en-US" sz="1650" b="0" u="none" strike="noStrike" spc="-20">
                <a:solidFill>
                  <a:srgbClr val="6B6B6B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-40">
                <a:solidFill>
                  <a:srgbClr val="777C90"/>
                </a:solidFill>
                <a:effectLst/>
                <a:uFillTx/>
                <a:latin typeface="Arial MT"/>
              </a:rPr>
              <a:t>para</a:t>
            </a:r>
            <a:r>
              <a:rPr lang="en-US" sz="1650" b="0" u="none" strike="noStrike" spc="-34">
                <a:solidFill>
                  <a:srgbClr val="777C90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-26">
                <a:solidFill>
                  <a:srgbClr val="6E6E6E"/>
                </a:solidFill>
                <a:effectLst/>
                <a:uFillTx/>
                <a:latin typeface="Arial MT"/>
              </a:rPr>
              <a:t>alertas</a:t>
            </a:r>
            <a:r>
              <a:rPr lang="en-US" sz="1650" b="0" u="none" strike="noStrike" spc="-91">
                <a:solidFill>
                  <a:srgbClr val="6E6E6E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-31">
                <a:solidFill>
                  <a:srgbClr val="6B6B6B"/>
                </a:solidFill>
                <a:effectLst/>
                <a:uFillTx/>
                <a:latin typeface="Arial MT"/>
              </a:rPr>
              <a:t>auditivas</a:t>
            </a:r>
            <a:r>
              <a:rPr lang="en-US" sz="1650" b="0" u="none" strike="noStrike" spc="-45">
                <a:solidFill>
                  <a:srgbClr val="6B6B6B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-26">
                <a:solidFill>
                  <a:srgbClr val="6E7985"/>
                </a:solidFill>
                <a:effectLst/>
                <a:uFillTx/>
                <a:latin typeface="Arial MT"/>
              </a:rPr>
              <a:t>de </a:t>
            </a:r>
            <a:r>
              <a:rPr lang="en-US" sz="1650" b="0" u="none" strike="noStrike" spc="-20">
                <a:solidFill>
                  <a:srgbClr val="696969"/>
                </a:solidFill>
                <a:effectLst/>
                <a:uFillTx/>
                <a:latin typeface="Arial MT"/>
              </a:rPr>
              <a:t>frecuencia</a:t>
            </a:r>
            <a:r>
              <a:rPr lang="en-US" sz="1650" b="0" u="none" strike="noStrike" spc="20">
                <a:solidFill>
                  <a:srgbClr val="696969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-11">
                <a:solidFill>
                  <a:srgbClr val="6E6E6E"/>
                </a:solidFill>
                <a:effectLst/>
                <a:uFillTx/>
                <a:latin typeface="Arial MT"/>
              </a:rPr>
              <a:t>variable)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object 13"/>
          <p:cNvSpPr/>
          <p:nvPr/>
        </p:nvSpPr>
        <p:spPr>
          <a:xfrm>
            <a:off x="15160680" y="5501160"/>
            <a:ext cx="3667320" cy="1782720"/>
          </a:xfrm>
          <a:prstGeom prst="rect">
            <a:avLst/>
          </a:prstGeom>
          <a:noFill/>
          <a:ln w="23559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30400" rIns="0" bIns="0" anchor="t">
            <a:spAutoFit/>
          </a:bodyPr>
          <a:lstStyle/>
          <a:p>
            <a:pPr marL="988560">
              <a:lnSpc>
                <a:spcPct val="100000"/>
              </a:lnSpc>
              <a:spcBef>
                <a:spcPts val="1814"/>
              </a:spcBef>
            </a:pPr>
            <a:r>
              <a:rPr lang="en-US" sz="2050" b="0" u="none" strike="noStrike" spc="181">
                <a:solidFill>
                  <a:srgbClr val="033A7C"/>
                </a:solidFill>
                <a:effectLst/>
                <a:uFillTx/>
                <a:latin typeface="Calibri"/>
              </a:rPr>
              <a:t>Visualización</a:t>
            </a:r>
            <a:endParaRPr lang="en-US" sz="2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6360">
              <a:lnSpc>
                <a:spcPct val="100000"/>
              </a:lnSpc>
              <a:spcBef>
                <a:spcPts val="1131"/>
              </a:spcBef>
            </a:pPr>
            <a:r>
              <a:rPr lang="en-US" sz="1550" b="0" u="none" strike="noStrike">
                <a:solidFill>
                  <a:srgbClr val="646464"/>
                </a:solidFill>
                <a:effectLst/>
                <a:uFillTx/>
                <a:latin typeface="Arial MT"/>
              </a:rPr>
              <a:t>LCD</a:t>
            </a:r>
            <a:r>
              <a:rPr lang="en-US" sz="1550" b="0" u="none" strike="noStrike" spc="74">
                <a:solidFill>
                  <a:srgbClr val="646464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26">
                <a:solidFill>
                  <a:srgbClr val="EBF4FF"/>
                </a:solidFill>
                <a:effectLst/>
                <a:uFillTx/>
                <a:latin typeface="Arial MT"/>
              </a:rPr>
              <a:t>20</a:t>
            </a:r>
            <a:r>
              <a:rPr lang="en-US" sz="1550" b="0" u="none" strike="noStrike" spc="-184">
                <a:solidFill>
                  <a:srgbClr val="EBF4FF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2707E"/>
                </a:solidFill>
                <a:effectLst/>
                <a:uFillTx/>
                <a:latin typeface="Arial MT"/>
              </a:rPr>
              <a:t>x4</a:t>
            </a:r>
            <a:r>
              <a:rPr lang="en-US" sz="1550" b="0" u="none" strike="noStrike" spc="-34">
                <a:solidFill>
                  <a:srgbClr val="62707E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26">
                <a:solidFill>
                  <a:srgbClr val="676767"/>
                </a:solidFill>
                <a:effectLst/>
                <a:uFillTx/>
                <a:latin typeface="Arial MT"/>
              </a:rPr>
              <a:t>I2C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7720" indent="633240">
              <a:lnSpc>
                <a:spcPct val="119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757575"/>
                </a:solidFill>
                <a:effectLst/>
                <a:uFillTx/>
                <a:latin typeface="Arial MT"/>
              </a:rPr>
              <a:t>Monitor</a:t>
            </a:r>
            <a:r>
              <a:rPr lang="en-US" sz="1550" b="0" u="none" strike="noStrike" spc="156">
                <a:solidFill>
                  <a:srgbClr val="757575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707070"/>
                </a:solidFill>
                <a:effectLst/>
                <a:uFillTx/>
                <a:latin typeface="Arial MT"/>
              </a:rPr>
              <a:t>Serial</a:t>
            </a:r>
            <a:r>
              <a:rPr lang="en-US" sz="1550" b="0" u="none" strike="noStrike" spc="11">
                <a:solidFill>
                  <a:srgbClr val="707070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20">
                <a:solidFill>
                  <a:srgbClr val="696969"/>
                </a:solidFill>
                <a:effectLst/>
                <a:uFillTx/>
                <a:latin typeface="Arial MT"/>
              </a:rPr>
              <a:t>UART </a:t>
            </a:r>
            <a:r>
              <a:rPr lang="en-US" sz="1550" b="0" u="none" strike="noStrike">
                <a:solidFill>
                  <a:srgbClr val="606060"/>
                </a:solidFill>
                <a:effectLst/>
                <a:uFillTx/>
                <a:latin typeface="Arial MT"/>
              </a:rPr>
              <a:t>(Diagnóstico</a:t>
            </a:r>
            <a:r>
              <a:rPr lang="en-US" sz="1550" b="0" u="none" strike="noStrike" spc="96">
                <a:solidFill>
                  <a:srgbClr val="606060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76E80"/>
                </a:solidFill>
                <a:effectLst/>
                <a:uFillTx/>
                <a:latin typeface="Arial MT"/>
              </a:rPr>
              <a:t>y</a:t>
            </a:r>
            <a:r>
              <a:rPr lang="en-US" sz="1550" b="0" u="none" strike="noStrike" spc="-11">
                <a:solidFill>
                  <a:srgbClr val="676E80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76767"/>
                </a:solidFill>
                <a:effectLst/>
                <a:uFillTx/>
                <a:latin typeface="Arial MT"/>
              </a:rPr>
              <a:t>registro</a:t>
            </a:r>
            <a:r>
              <a:rPr lang="en-US" sz="1550" b="0" u="none" strike="noStrike" spc="26">
                <a:solidFill>
                  <a:srgbClr val="676767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26B75"/>
                </a:solidFill>
                <a:effectLst/>
                <a:uFillTx/>
                <a:latin typeface="Arial MT"/>
              </a:rPr>
              <a:t>de</a:t>
            </a:r>
            <a:r>
              <a:rPr lang="en-US" sz="1550" b="0" u="none" strike="noStrike" spc="-51">
                <a:solidFill>
                  <a:srgbClr val="626B75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11">
                <a:solidFill>
                  <a:srgbClr val="6B6B6B"/>
                </a:solidFill>
                <a:effectLst/>
                <a:uFillTx/>
                <a:latin typeface="Arial MT"/>
              </a:rPr>
              <a:t>eventos)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object 14"/>
          <p:cNvSpPr/>
          <p:nvPr/>
        </p:nvSpPr>
        <p:spPr>
          <a:xfrm>
            <a:off x="1251000" y="7828200"/>
            <a:ext cx="16465320" cy="65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7640" indent="-5760">
              <a:lnSpc>
                <a:spcPct val="124000"/>
              </a:lnSpc>
              <a:spcBef>
                <a:spcPts val="96"/>
              </a:spcBef>
              <a:tabLst>
                <a:tab pos="0" algn="l"/>
              </a:tabLst>
            </a:pPr>
            <a:r>
              <a:rPr lang="en-US" sz="1650" b="0" i="1" u="none" strike="noStrike">
                <a:solidFill>
                  <a:srgbClr val="626262"/>
                </a:solidFill>
                <a:effectLst/>
                <a:uFillTx/>
                <a:latin typeface="Arial"/>
              </a:rPr>
              <a:t>Las</a:t>
            </a:r>
            <a:r>
              <a:rPr lang="en-US" sz="1650" b="0" i="1" u="none" strike="noStrike" spc="190">
                <a:solidFill>
                  <a:srgbClr val="626262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>
                <a:solidFill>
                  <a:srgbClr val="5B5B5B"/>
                </a:solidFill>
                <a:effectLst/>
                <a:uFillTx/>
                <a:latin typeface="Arial"/>
              </a:rPr>
              <a:t>capas</a:t>
            </a:r>
            <a:r>
              <a:rPr lang="en-US" sz="1650" b="0" i="1" u="none" strike="noStrike" spc="181">
                <a:solidFill>
                  <a:srgbClr val="5B5B5B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>
                <a:solidFill>
                  <a:srgbClr val="6B6B6B"/>
                </a:solidFill>
                <a:effectLst/>
                <a:uFillTx/>
                <a:latin typeface="Arial"/>
              </a:rPr>
              <a:t>se</a:t>
            </a:r>
            <a:r>
              <a:rPr lang="en-US" sz="1650" b="0" i="1" u="none" strike="noStrike" spc="190">
                <a:solidFill>
                  <a:srgbClr val="6B6B6B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 spc="-11">
                <a:solidFill>
                  <a:srgbClr val="7B8797"/>
                </a:solidFill>
                <a:effectLst/>
                <a:uFillTx/>
                <a:latin typeface="Arial"/>
              </a:rPr>
              <a:t>emanan</a:t>
            </a:r>
            <a:r>
              <a:rPr lang="en-US" sz="1650" b="0" i="1" u="none" strike="noStrike" spc="255">
                <a:solidFill>
                  <a:srgbClr val="7B8797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>
                <a:solidFill>
                  <a:srgbClr val="727272"/>
                </a:solidFill>
                <a:effectLst/>
                <a:uFillTx/>
                <a:latin typeface="Arial"/>
              </a:rPr>
              <a:t>mediante</a:t>
            </a:r>
            <a:r>
              <a:rPr lang="en-US" sz="1650" b="0" i="1" u="none" strike="noStrike" spc="275">
                <a:solidFill>
                  <a:srgbClr val="727272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>
                <a:solidFill>
                  <a:srgbClr val="6D6D6D"/>
                </a:solidFill>
                <a:effectLst/>
                <a:uFillTx/>
                <a:latin typeface="Arial"/>
              </a:rPr>
              <a:t>protocolos</a:t>
            </a:r>
            <a:r>
              <a:rPr lang="en-US" sz="1650" b="0" i="1" u="none" strike="noStrike" spc="300">
                <a:solidFill>
                  <a:srgbClr val="6D6D6D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>
                <a:solidFill>
                  <a:srgbClr val="676767"/>
                </a:solidFill>
                <a:effectLst/>
                <a:uFillTx/>
                <a:latin typeface="Arial"/>
              </a:rPr>
              <a:t>robustos</a:t>
            </a:r>
            <a:r>
              <a:rPr lang="en-US" sz="1650" b="0" i="1" u="none" strike="noStrike" spc="249">
                <a:solidFill>
                  <a:srgbClr val="676767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>
                <a:solidFill>
                  <a:srgbClr val="646E77"/>
                </a:solidFill>
                <a:effectLst/>
                <a:uFillTx/>
                <a:latin typeface="Arial"/>
              </a:rPr>
              <a:t>de</a:t>
            </a:r>
            <a:r>
              <a:rPr lang="en-US" sz="1650" b="0" i="1" u="none" strike="noStrike" spc="190">
                <a:solidFill>
                  <a:srgbClr val="646E77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>
                <a:solidFill>
                  <a:srgbClr val="646464"/>
                </a:solidFill>
                <a:effectLst/>
                <a:uFillTx/>
                <a:latin typeface="Arial"/>
              </a:rPr>
              <a:t>comunicación</a:t>
            </a:r>
            <a:r>
              <a:rPr lang="en-US" sz="1650" b="0" i="1" u="none" strike="noStrike" spc="371">
                <a:solidFill>
                  <a:srgbClr val="646464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>
                <a:solidFill>
                  <a:srgbClr val="606060"/>
                </a:solidFill>
                <a:effectLst/>
                <a:uFillTx/>
                <a:latin typeface="Arial"/>
              </a:rPr>
              <a:t>industrial</a:t>
            </a:r>
            <a:r>
              <a:rPr lang="en-US" sz="1650" b="0" i="1" u="none" strike="noStrike" spc="230">
                <a:solidFill>
                  <a:srgbClr val="606060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>
                <a:solidFill>
                  <a:srgbClr val="6E6E6E"/>
                </a:solidFill>
                <a:effectLst/>
                <a:uFillTx/>
                <a:latin typeface="Arial"/>
              </a:rPr>
              <a:t>(I2C,</a:t>
            </a:r>
            <a:r>
              <a:rPr lang="en-US" sz="1650" b="0" i="1" u="none" strike="noStrike" spc="451">
                <a:solidFill>
                  <a:srgbClr val="6E6E6E"/>
                </a:solidFill>
                <a:effectLst/>
                <a:uFillTx/>
                <a:latin typeface="Arial"/>
              </a:rPr>
              <a:t> </a:t>
            </a:r>
            <a:r>
              <a:rPr lang="en-US" sz="1650" b="0" u="none" strike="noStrike" spc="-54">
                <a:solidFill>
                  <a:srgbClr val="626262"/>
                </a:solidFill>
                <a:effectLst/>
                <a:uFillTx/>
                <a:latin typeface="Arial MT"/>
              </a:rPr>
              <a:t>f-</a:t>
            </a:r>
            <a:r>
              <a:rPr lang="en-US" sz="1650" b="0" u="none" strike="noStrike" spc="-34">
                <a:solidFill>
                  <a:srgbClr val="626262"/>
                </a:solidFill>
                <a:effectLst/>
                <a:uFillTx/>
                <a:latin typeface="Arial MT"/>
              </a:rPr>
              <a:t>W’/re,</a:t>
            </a:r>
            <a:r>
              <a:rPr lang="en-US" sz="1650" b="0" u="none" strike="noStrike" spc="230">
                <a:solidFill>
                  <a:srgbClr val="626262"/>
                </a:solidFill>
                <a:effectLst/>
                <a:uFillTx/>
                <a:latin typeface="Arial MT"/>
              </a:rPr>
              <a:t> </a:t>
            </a:r>
            <a:r>
              <a:rPr lang="en-US" sz="1650" b="0" i="1" u="none" strike="noStrike">
                <a:solidFill>
                  <a:srgbClr val="626262"/>
                </a:solidFill>
                <a:effectLst/>
                <a:uFillTx/>
                <a:latin typeface="Arial"/>
              </a:rPr>
              <a:t>Single-Bus)</a:t>
            </a:r>
            <a:r>
              <a:rPr lang="en-US" sz="1650" b="0" i="1" u="none" strike="noStrike" spc="196">
                <a:solidFill>
                  <a:srgbClr val="626262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>
                <a:solidFill>
                  <a:srgbClr val="6B6B6B"/>
                </a:solidFill>
                <a:effectLst/>
                <a:uFillTx/>
                <a:latin typeface="Arial"/>
              </a:rPr>
              <a:t>para</a:t>
            </a:r>
            <a:r>
              <a:rPr lang="en-US" sz="1650" b="0" i="1" u="none" strike="noStrike" spc="105">
                <a:solidFill>
                  <a:srgbClr val="6B6B6B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>
                <a:solidFill>
                  <a:srgbClr val="676767"/>
                </a:solidFill>
                <a:effectLst/>
                <a:uFillTx/>
                <a:latin typeface="Arial"/>
              </a:rPr>
              <a:t>garantizar</a:t>
            </a:r>
            <a:r>
              <a:rPr lang="en-US" sz="1650" b="0" i="1" u="none" strike="noStrike" spc="275">
                <a:solidFill>
                  <a:srgbClr val="676767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>
                <a:solidFill>
                  <a:srgbClr val="72808C"/>
                </a:solidFill>
                <a:effectLst/>
                <a:uFillTx/>
                <a:latin typeface="Arial"/>
              </a:rPr>
              <a:t>la</a:t>
            </a:r>
            <a:r>
              <a:rPr lang="en-US" sz="1650" b="0" i="1" u="none" strike="noStrike" spc="79">
                <a:solidFill>
                  <a:srgbClr val="72808C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>
                <a:solidFill>
                  <a:srgbClr val="666666"/>
                </a:solidFill>
                <a:effectLst/>
                <a:uFillTx/>
                <a:latin typeface="Arial"/>
              </a:rPr>
              <a:t>integridad</a:t>
            </a:r>
            <a:r>
              <a:rPr lang="en-US" sz="1650" b="0" i="1" u="none" strike="noStrike" spc="210">
                <a:solidFill>
                  <a:srgbClr val="666666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>
                <a:solidFill>
                  <a:srgbClr val="A8A8A8"/>
                </a:solidFill>
                <a:effectLst/>
                <a:uFillTx/>
                <a:latin typeface="Arial"/>
              </a:rPr>
              <a:t>de</a:t>
            </a:r>
            <a:r>
              <a:rPr lang="en-US" sz="1650" b="0" i="1" u="none" strike="noStrike" spc="181">
                <a:solidFill>
                  <a:srgbClr val="A8A8A8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>
                <a:solidFill>
                  <a:srgbClr val="ACACAC"/>
                </a:solidFill>
                <a:effectLst/>
                <a:uFillTx/>
                <a:latin typeface="Arial"/>
              </a:rPr>
              <a:t>los</a:t>
            </a:r>
            <a:r>
              <a:rPr lang="en-US" sz="1650" b="0" i="1" u="none" strike="noStrike" spc="176">
                <a:solidFill>
                  <a:srgbClr val="ACACAC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>
                <a:solidFill>
                  <a:srgbClr val="696969"/>
                </a:solidFill>
                <a:effectLst/>
                <a:uFillTx/>
                <a:latin typeface="Arial"/>
              </a:rPr>
              <a:t>datos</a:t>
            </a:r>
            <a:r>
              <a:rPr lang="en-US" sz="1650" b="0" i="1" u="none" strike="noStrike" spc="204">
                <a:solidFill>
                  <a:srgbClr val="696969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>
                <a:solidFill>
                  <a:srgbClr val="778797"/>
                </a:solidFill>
                <a:effectLst/>
                <a:uFillTx/>
                <a:latin typeface="Arial"/>
              </a:rPr>
              <a:t>en</a:t>
            </a:r>
            <a:r>
              <a:rPr lang="en-US" sz="1650" b="0" i="1" u="none" strike="noStrike" spc="181">
                <a:solidFill>
                  <a:srgbClr val="778797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>
                <a:solidFill>
                  <a:srgbClr val="6B6B6B"/>
                </a:solidFill>
                <a:effectLst/>
                <a:uFillTx/>
                <a:latin typeface="Arial"/>
              </a:rPr>
              <a:t>entornos</a:t>
            </a:r>
            <a:r>
              <a:rPr lang="en-US" sz="1650" b="0" i="1" u="none" strike="noStrike" spc="241">
                <a:solidFill>
                  <a:srgbClr val="6B6B6B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>
                <a:solidFill>
                  <a:srgbClr val="646464"/>
                </a:solidFill>
                <a:effectLst/>
                <a:uFillTx/>
                <a:latin typeface="Arial"/>
              </a:rPr>
              <a:t>con</a:t>
            </a:r>
            <a:r>
              <a:rPr lang="en-US" sz="1650" b="0" i="1" u="none" strike="noStrike" spc="159">
                <a:solidFill>
                  <a:srgbClr val="646464"/>
                </a:solidFill>
                <a:effectLst/>
                <a:uFillTx/>
                <a:latin typeface="Arial"/>
              </a:rPr>
              <a:t> </a:t>
            </a:r>
            <a:r>
              <a:rPr lang="en-US" sz="1650" b="0" i="1" u="none" strike="noStrike" spc="-11">
                <a:solidFill>
                  <a:srgbClr val="646464"/>
                </a:solidFill>
                <a:effectLst/>
                <a:uFillTx/>
                <a:latin typeface="Arial"/>
              </a:rPr>
              <a:t>ruido </a:t>
            </a:r>
            <a:r>
              <a:rPr lang="en-US" sz="1650" b="0" i="1" u="none" strike="noStrike" spc="-11">
                <a:solidFill>
                  <a:srgbClr val="626262"/>
                </a:solidFill>
                <a:effectLst/>
                <a:uFillTx/>
                <a:latin typeface="Arial"/>
              </a:rPr>
              <a:t>electromagnético.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object 15"/>
          <p:cNvSpPr/>
          <p:nvPr/>
        </p:nvSpPr>
        <p:spPr>
          <a:xfrm>
            <a:off x="1246680" y="10763280"/>
            <a:ext cx="2644560" cy="2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728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lang="en-US" sz="1250" b="0" u="none" strike="noStrike" spc="54">
                <a:solidFill>
                  <a:srgbClr val="939393"/>
                </a:solidFill>
                <a:effectLst/>
                <a:uFillTx/>
                <a:latin typeface="Arial MT"/>
              </a:rPr>
              <a:t>UNFV</a:t>
            </a:r>
            <a:r>
              <a:rPr lang="en-US" sz="1250" b="0" u="none" strike="noStrike" spc="295">
                <a:solidFill>
                  <a:srgbClr val="939393"/>
                </a:solidFill>
                <a:effectLst/>
                <a:uFillTx/>
                <a:latin typeface="Arial MT"/>
              </a:rPr>
              <a:t> </a:t>
            </a:r>
            <a:r>
              <a:rPr lang="en-US" sz="1250" b="0" u="none" strike="noStrike">
                <a:solidFill>
                  <a:srgbClr val="A5A5A5"/>
                </a:solidFill>
                <a:effectLst/>
                <a:uFillTx/>
                <a:latin typeface="Arial MT"/>
              </a:rPr>
              <a:t>|</a:t>
            </a:r>
            <a:r>
              <a:rPr lang="en-US" sz="1250" b="0" u="none" strike="noStrike" spc="150">
                <a:solidFill>
                  <a:srgbClr val="A5A5A5"/>
                </a:solidFill>
                <a:effectLst/>
                <a:uFillTx/>
                <a:latin typeface="Arial MT"/>
              </a:rPr>
              <a:t> </a:t>
            </a:r>
            <a:r>
              <a:rPr lang="en-US" sz="1250" b="0" u="none" strike="noStrike">
                <a:solidFill>
                  <a:srgbClr val="9C9C9C"/>
                </a:solidFill>
                <a:effectLst/>
                <a:uFillTx/>
                <a:latin typeface="Arial MT"/>
              </a:rPr>
              <a:t>FIE</a:t>
            </a:r>
            <a:r>
              <a:rPr lang="en-US" sz="1250" b="0" u="none" strike="noStrike">
                <a:solidFill>
                  <a:srgbClr val="9E9E9E"/>
                </a:solidFill>
                <a:effectLst/>
                <a:uFillTx/>
                <a:latin typeface="Arial MT"/>
              </a:rPr>
              <a:t>I</a:t>
            </a:r>
            <a:r>
              <a:rPr lang="en-US" sz="1250" b="0" u="none" strike="noStrike" spc="130">
                <a:solidFill>
                  <a:srgbClr val="9E9E9E"/>
                </a:solidFill>
                <a:effectLst/>
                <a:uFillTx/>
                <a:latin typeface="Arial MT"/>
              </a:rPr>
              <a:t> </a:t>
            </a:r>
            <a:r>
              <a:rPr lang="en-US" sz="1250" b="0" u="none" strike="noStrike">
                <a:solidFill>
                  <a:srgbClr val="9C9C9C"/>
                </a:solidFill>
                <a:effectLst/>
                <a:uFillTx/>
                <a:latin typeface="Arial MT"/>
              </a:rPr>
              <a:t>|</a:t>
            </a:r>
            <a:r>
              <a:rPr lang="en-US" sz="1250" b="0" u="none" strike="noStrike" spc="221">
                <a:solidFill>
                  <a:srgbClr val="9C9C9C"/>
                </a:solidFill>
                <a:effectLst/>
                <a:uFillTx/>
                <a:latin typeface="Arial MT"/>
              </a:rPr>
              <a:t> </a:t>
            </a:r>
            <a:r>
              <a:rPr lang="en-US" sz="1250" b="0" u="none" strike="noStrike" spc="-11">
                <a:solidFill>
                  <a:srgbClr val="A0A0A0"/>
                </a:solidFill>
                <a:effectLst/>
                <a:uFillTx/>
                <a:latin typeface="Arial MT"/>
              </a:rPr>
              <a:t>Si</a:t>
            </a:r>
            <a:r>
              <a:rPr lang="en-US" sz="1250" b="0" u="none" strike="noStrike" spc="-196">
                <a:solidFill>
                  <a:srgbClr val="A0A0A0"/>
                </a:solidFill>
                <a:effectLst/>
                <a:uFillTx/>
                <a:latin typeface="Arial MT"/>
              </a:rPr>
              <a:t> </a:t>
            </a:r>
            <a:r>
              <a:rPr lang="en-US" sz="1250" b="0" u="none" strike="noStrike" spc="71">
                <a:solidFill>
                  <a:srgbClr val="979797"/>
                </a:solidFill>
                <a:effectLst/>
                <a:uFillTx/>
                <a:latin typeface="Arial MT"/>
              </a:rPr>
              <a:t>stemas</a:t>
            </a:r>
            <a:r>
              <a:rPr lang="en-US" sz="1250" b="0" u="none" strike="noStrike" spc="210">
                <a:solidFill>
                  <a:srgbClr val="979797"/>
                </a:solidFill>
                <a:effectLst/>
                <a:uFillTx/>
                <a:latin typeface="Arial MT"/>
              </a:rPr>
              <a:t> </a:t>
            </a:r>
            <a:r>
              <a:rPr lang="en-US" sz="1250" b="0" u="none" strike="noStrike" spc="71">
                <a:solidFill>
                  <a:srgbClr val="959595"/>
                </a:solidFill>
                <a:effectLst/>
                <a:uFillTx/>
                <a:latin typeface="Arial MT"/>
              </a:rPr>
              <a:t>Digitales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object 2"/>
          <p:cNvPicPr/>
          <p:nvPr/>
        </p:nvPicPr>
        <p:blipFill>
          <a:blip r:embed="rId2"/>
          <a:stretch/>
        </p:blipFill>
        <p:spPr>
          <a:xfrm>
            <a:off x="11842560" y="4444920"/>
            <a:ext cx="1931400" cy="271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object 3"/>
          <p:cNvPicPr/>
          <p:nvPr/>
        </p:nvPicPr>
        <p:blipFill>
          <a:blip r:embed="rId3"/>
          <a:stretch/>
        </p:blipFill>
        <p:spPr>
          <a:xfrm>
            <a:off x="0" y="0"/>
            <a:ext cx="20103840" cy="12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object 4"/>
          <p:cNvSpPr/>
          <p:nvPr/>
        </p:nvSpPr>
        <p:spPr>
          <a:xfrm>
            <a:off x="1288080" y="4613760"/>
            <a:ext cx="9329760" cy="360"/>
          </a:xfrm>
          <a:custGeom>
            <a:avLst/>
            <a:gdLst>
              <a:gd name="textAreaLeft" fmla="*/ 0 w 9329760"/>
              <a:gd name="textAreaRight" fmla="*/ 9330120 w 93297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9330055">
                <a:moveTo>
                  <a:pt x="0" y="0"/>
                </a:moveTo>
                <a:lnTo>
                  <a:pt x="9329559" y="0"/>
                </a:lnTo>
              </a:path>
            </a:pathLst>
          </a:custGeom>
          <a:noFill/>
          <a:ln w="23559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object 5"/>
          <p:cNvSpPr/>
          <p:nvPr/>
        </p:nvSpPr>
        <p:spPr>
          <a:xfrm>
            <a:off x="17277120" y="1087560"/>
            <a:ext cx="1539000" cy="360"/>
          </a:xfrm>
          <a:custGeom>
            <a:avLst/>
            <a:gdLst>
              <a:gd name="textAreaLeft" fmla="*/ 0 w 1539000"/>
              <a:gd name="textAreaRight" fmla="*/ 1539360 w 15390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539240">
                <a:moveTo>
                  <a:pt x="0" y="0"/>
                </a:moveTo>
                <a:lnTo>
                  <a:pt x="1539220" y="0"/>
                </a:lnTo>
              </a:path>
            </a:pathLst>
          </a:custGeom>
          <a:noFill/>
          <a:ln w="7853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object 6"/>
          <p:cNvPicPr/>
          <p:nvPr/>
        </p:nvPicPr>
        <p:blipFill>
          <a:blip r:embed="rId4"/>
          <a:stretch/>
        </p:blipFill>
        <p:spPr>
          <a:xfrm>
            <a:off x="16483680" y="4444920"/>
            <a:ext cx="2261520" cy="27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object 7"/>
          <p:cNvPicPr/>
          <p:nvPr/>
        </p:nvPicPr>
        <p:blipFill>
          <a:blip r:embed="rId5"/>
          <a:stretch/>
        </p:blipFill>
        <p:spPr>
          <a:xfrm>
            <a:off x="3282480" y="4217040"/>
            <a:ext cx="1852920" cy="21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object 8"/>
          <p:cNvPicPr/>
          <p:nvPr/>
        </p:nvPicPr>
        <p:blipFill>
          <a:blip r:embed="rId6"/>
          <a:stretch/>
        </p:blipFill>
        <p:spPr>
          <a:xfrm>
            <a:off x="15227280" y="5826960"/>
            <a:ext cx="195840" cy="18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object 9"/>
          <p:cNvPicPr/>
          <p:nvPr/>
        </p:nvPicPr>
        <p:blipFill>
          <a:blip r:embed="rId7"/>
          <a:stretch/>
        </p:blipFill>
        <p:spPr>
          <a:xfrm>
            <a:off x="15832080" y="5010480"/>
            <a:ext cx="211680" cy="18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object 10"/>
          <p:cNvPicPr/>
          <p:nvPr/>
        </p:nvPicPr>
        <p:blipFill>
          <a:blip r:embed="rId8"/>
          <a:stretch/>
        </p:blipFill>
        <p:spPr>
          <a:xfrm>
            <a:off x="16475760" y="5041800"/>
            <a:ext cx="133200" cy="15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object 11"/>
          <p:cNvPicPr/>
          <p:nvPr/>
        </p:nvPicPr>
        <p:blipFill>
          <a:blip r:embed="rId9"/>
          <a:stretch/>
        </p:blipFill>
        <p:spPr>
          <a:xfrm>
            <a:off x="16970760" y="5033880"/>
            <a:ext cx="376560" cy="27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object 12"/>
          <p:cNvPicPr/>
          <p:nvPr/>
        </p:nvPicPr>
        <p:blipFill>
          <a:blip r:embed="rId10"/>
          <a:stretch/>
        </p:blipFill>
        <p:spPr>
          <a:xfrm>
            <a:off x="16161840" y="6384600"/>
            <a:ext cx="180360" cy="17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object 13"/>
          <p:cNvPicPr/>
          <p:nvPr/>
        </p:nvPicPr>
        <p:blipFill>
          <a:blip r:embed="rId11"/>
          <a:stretch/>
        </p:blipFill>
        <p:spPr>
          <a:xfrm>
            <a:off x="16578000" y="5858640"/>
            <a:ext cx="156600" cy="14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object 14"/>
          <p:cNvPicPr/>
          <p:nvPr/>
        </p:nvPicPr>
        <p:blipFill>
          <a:blip r:embed="rId12"/>
          <a:stretch/>
        </p:blipFill>
        <p:spPr>
          <a:xfrm>
            <a:off x="16782120" y="5583600"/>
            <a:ext cx="172440" cy="14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object 15"/>
          <p:cNvPicPr/>
          <p:nvPr/>
        </p:nvPicPr>
        <p:blipFill>
          <a:blip r:embed="rId13"/>
          <a:stretch/>
        </p:blipFill>
        <p:spPr>
          <a:xfrm>
            <a:off x="16687800" y="6314040"/>
            <a:ext cx="400320" cy="39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object 16"/>
          <p:cNvPicPr/>
          <p:nvPr/>
        </p:nvPicPr>
        <p:blipFill>
          <a:blip r:embed="rId14"/>
          <a:stretch/>
        </p:blipFill>
        <p:spPr>
          <a:xfrm>
            <a:off x="17779680" y="10821600"/>
            <a:ext cx="1051920" cy="15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object 17"/>
          <p:cNvPicPr/>
          <p:nvPr/>
        </p:nvPicPr>
        <p:blipFill>
          <a:blip r:embed="rId15"/>
          <a:stretch/>
        </p:blipFill>
        <p:spPr>
          <a:xfrm>
            <a:off x="16169760" y="5206680"/>
            <a:ext cx="730080" cy="17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object 18"/>
          <p:cNvPicPr/>
          <p:nvPr/>
        </p:nvPicPr>
        <p:blipFill>
          <a:blip r:embed="rId16"/>
          <a:stretch/>
        </p:blipFill>
        <p:spPr>
          <a:xfrm>
            <a:off x="16193160" y="4782600"/>
            <a:ext cx="824400" cy="360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9" name="object 19"/>
          <p:cNvGrpSpPr/>
          <p:nvPr/>
        </p:nvGrpSpPr>
        <p:grpSpPr>
          <a:xfrm>
            <a:off x="15431400" y="5497200"/>
            <a:ext cx="1012680" cy="690840"/>
            <a:chOff x="15431400" y="5497200"/>
            <a:chExt cx="1012680" cy="690840"/>
          </a:xfrm>
        </p:grpSpPr>
        <p:pic>
          <p:nvPicPr>
            <p:cNvPr id="100" name="object 20"/>
            <p:cNvPicPr/>
            <p:nvPr/>
          </p:nvPicPr>
          <p:blipFill>
            <a:blip r:embed="rId17"/>
            <a:stretch/>
          </p:blipFill>
          <p:spPr>
            <a:xfrm>
              <a:off x="15431400" y="5497200"/>
              <a:ext cx="1012680" cy="415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1" name="object 21"/>
            <p:cNvPicPr/>
            <p:nvPr/>
          </p:nvPicPr>
          <p:blipFill>
            <a:blip r:embed="rId18"/>
            <a:stretch/>
          </p:blipFill>
          <p:spPr>
            <a:xfrm>
              <a:off x="15533640" y="5937120"/>
              <a:ext cx="706320" cy="25092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02" name="object 22"/>
          <p:cNvPicPr/>
          <p:nvPr/>
        </p:nvPicPr>
        <p:blipFill>
          <a:blip r:embed="rId19"/>
          <a:stretch/>
        </p:blipFill>
        <p:spPr>
          <a:xfrm>
            <a:off x="14999400" y="6471000"/>
            <a:ext cx="887040" cy="76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object 23"/>
          <p:cNvPicPr/>
          <p:nvPr/>
        </p:nvPicPr>
        <p:blipFill>
          <a:blip r:embed="rId20"/>
          <a:stretch/>
        </p:blipFill>
        <p:spPr>
          <a:xfrm>
            <a:off x="15949800" y="6580800"/>
            <a:ext cx="965520" cy="65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object 24"/>
          <p:cNvPicPr/>
          <p:nvPr/>
        </p:nvPicPr>
        <p:blipFill>
          <a:blip r:embed="rId21"/>
          <a:stretch/>
        </p:blipFill>
        <p:spPr>
          <a:xfrm>
            <a:off x="16892280" y="5764320"/>
            <a:ext cx="619920" cy="67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220400" y="857520"/>
            <a:ext cx="13772880" cy="771840"/>
          </a:xfrm>
          <a:prstGeom prst="rect">
            <a:avLst/>
          </a:prstGeom>
          <a:noFill/>
          <a:ln w="0">
            <a:noFill/>
          </a:ln>
        </p:spPr>
        <p:txBody>
          <a:bodyPr lIns="0" tIns="12240" rIns="0" bIns="0" anchor="t">
            <a:spAutoFit/>
          </a:bodyPr>
          <a:lstStyle/>
          <a:p>
            <a:pPr marL="2088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4900" b="0" u="none" strike="noStrike" spc="-184">
                <a:solidFill>
                  <a:srgbClr val="003879"/>
                </a:solidFill>
                <a:effectLst/>
                <a:uFillTx/>
                <a:latin typeface="Arial MT"/>
              </a:rPr>
              <a:t>Componentes</a:t>
            </a:r>
            <a:r>
              <a:rPr lang="en-US" sz="4900" b="0" u="none" strike="noStrike" spc="-159">
                <a:solidFill>
                  <a:srgbClr val="003879"/>
                </a:solidFill>
                <a:effectLst/>
                <a:uFillTx/>
                <a:latin typeface="Arial MT"/>
              </a:rPr>
              <a:t> </a:t>
            </a:r>
            <a:r>
              <a:rPr lang="en-US" sz="4900" b="0" u="none" strike="noStrike" spc="-230">
                <a:solidFill>
                  <a:srgbClr val="003B72"/>
                </a:solidFill>
                <a:effectLst/>
                <a:uFillTx/>
                <a:latin typeface="Arial MT"/>
              </a:rPr>
              <a:t>Seleccionados</a:t>
            </a:r>
            <a:r>
              <a:rPr lang="en-US" sz="4900" b="0" u="none" strike="noStrike" spc="31">
                <a:solidFill>
                  <a:srgbClr val="003B72"/>
                </a:solidFill>
                <a:effectLst/>
                <a:uFillTx/>
                <a:latin typeface="Arial MT"/>
              </a:rPr>
              <a:t> </a:t>
            </a:r>
            <a:r>
              <a:rPr lang="en-US" sz="4900" b="0" u="none" strike="noStrike" spc="71">
                <a:solidFill>
                  <a:srgbClr val="003D82"/>
                </a:solidFill>
                <a:effectLst/>
                <a:uFillTx/>
                <a:latin typeface="Arial MT"/>
              </a:rPr>
              <a:t>y</a:t>
            </a:r>
            <a:r>
              <a:rPr lang="en-US" sz="4900" b="0" u="none" strike="noStrike" spc="-499">
                <a:solidFill>
                  <a:srgbClr val="003D82"/>
                </a:solidFill>
                <a:effectLst/>
                <a:uFillTx/>
                <a:latin typeface="Arial MT"/>
              </a:rPr>
              <a:t> </a:t>
            </a:r>
            <a:r>
              <a:rPr lang="en-US" sz="4900" b="0" u="none" strike="noStrike" spc="-20">
                <a:solidFill>
                  <a:srgbClr val="004185"/>
                </a:solidFill>
                <a:effectLst/>
                <a:uFillTx/>
                <a:latin typeface="Arial MT"/>
              </a:rPr>
              <a:t>Justificación</a:t>
            </a:r>
            <a:endParaRPr lang="en-US" sz="4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6" name="object 26"/>
          <p:cNvSpPr/>
          <p:nvPr/>
        </p:nvSpPr>
        <p:spPr>
          <a:xfrm>
            <a:off x="1427760" y="4116240"/>
            <a:ext cx="1458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 spc="-11">
                <a:solidFill>
                  <a:srgbClr val="0F3B6B"/>
                </a:solidFill>
                <a:effectLst/>
                <a:uFillTx/>
                <a:latin typeface="Arial MT"/>
              </a:rPr>
              <a:t>Componente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object 27"/>
          <p:cNvSpPr/>
          <p:nvPr/>
        </p:nvSpPr>
        <p:spPr>
          <a:xfrm>
            <a:off x="1440360" y="4870080"/>
            <a:ext cx="1377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 spc="-113">
                <a:solidFill>
                  <a:srgbClr val="2D2D2D"/>
                </a:solidFill>
                <a:effectLst/>
                <a:uFillTx/>
                <a:latin typeface="Arial MT"/>
              </a:rPr>
              <a:t>Arduino</a:t>
            </a:r>
            <a:r>
              <a:rPr lang="en-US" sz="1900" b="0" u="none" strike="noStrike" spc="6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99">
                <a:solidFill>
                  <a:srgbClr val="343434"/>
                </a:solidFill>
                <a:effectLst/>
                <a:uFillTx/>
                <a:latin typeface="Arial MT"/>
              </a:rPr>
              <a:t>Mega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object 28"/>
          <p:cNvSpPr/>
          <p:nvPr/>
        </p:nvSpPr>
        <p:spPr>
          <a:xfrm>
            <a:off x="1429200" y="5671080"/>
            <a:ext cx="896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 spc="-184">
                <a:solidFill>
                  <a:srgbClr val="2B2B2B"/>
                </a:solidFill>
                <a:effectLst/>
                <a:uFillTx/>
                <a:latin typeface="Arial MT"/>
              </a:rPr>
              <a:t>DS18B20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object 29"/>
          <p:cNvSpPr/>
          <p:nvPr/>
        </p:nvSpPr>
        <p:spPr>
          <a:xfrm>
            <a:off x="1429200" y="6472080"/>
            <a:ext cx="70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 spc="-130">
                <a:solidFill>
                  <a:srgbClr val="363636"/>
                </a:solidFill>
                <a:effectLst/>
                <a:uFillTx/>
                <a:latin typeface="Arial MT"/>
              </a:rPr>
              <a:t>DHT22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object 30"/>
          <p:cNvSpPr/>
          <p:nvPr/>
        </p:nvSpPr>
        <p:spPr>
          <a:xfrm>
            <a:off x="1428480" y="7273080"/>
            <a:ext cx="1030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 spc="-215">
                <a:solidFill>
                  <a:srgbClr val="343434"/>
                </a:solidFill>
                <a:effectLst/>
                <a:uFillTx/>
                <a:latin typeface="Arial MT"/>
              </a:rPr>
              <a:t>HC-SR5O1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object 31"/>
          <p:cNvSpPr/>
          <p:nvPr/>
        </p:nvSpPr>
        <p:spPr>
          <a:xfrm>
            <a:off x="1429920" y="8074080"/>
            <a:ext cx="140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 spc="-215">
                <a:solidFill>
                  <a:srgbClr val="2A2A2A"/>
                </a:solidFill>
                <a:effectLst/>
                <a:uFillTx/>
                <a:latin typeface="Arial MT"/>
              </a:rPr>
              <a:t>LCD</a:t>
            </a:r>
            <a:r>
              <a:rPr lang="en-US" sz="1900" b="0" u="none" strike="noStrike" spc="-51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96">
                <a:solidFill>
                  <a:srgbClr val="383838"/>
                </a:solidFill>
                <a:effectLst/>
                <a:uFillTx/>
                <a:latin typeface="Arial MT"/>
              </a:rPr>
              <a:t>20</a:t>
            </a:r>
            <a:r>
              <a:rPr lang="en-US" sz="1900" b="0" u="none" strike="noStrike" spc="-264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31">
                <a:solidFill>
                  <a:srgbClr val="3B3B3B"/>
                </a:solidFill>
                <a:effectLst/>
                <a:uFillTx/>
                <a:latin typeface="Arial MT"/>
              </a:rPr>
              <a:t>x4</a:t>
            </a:r>
            <a:r>
              <a:rPr lang="en-US" sz="1900" b="0" u="none" strike="noStrike" spc="-125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79">
                <a:solidFill>
                  <a:srgbClr val="2A2A2A"/>
                </a:solidFill>
                <a:effectLst/>
                <a:uFillTx/>
                <a:latin typeface="Arial MT"/>
              </a:rPr>
              <a:t>I2C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object 32"/>
          <p:cNvSpPr/>
          <p:nvPr/>
        </p:nvSpPr>
        <p:spPr>
          <a:xfrm>
            <a:off x="3250800" y="4744440"/>
            <a:ext cx="143280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6520" rIns="0" bIns="0" anchor="t">
            <a:spAutoFit/>
          </a:bodyPr>
          <a:lstStyle/>
          <a:p>
            <a:pPr marL="12600" indent="-720">
              <a:lnSpc>
                <a:spcPts val="1981"/>
              </a:lnSpc>
              <a:spcBef>
                <a:spcPts val="445"/>
              </a:spcBef>
              <a:tabLst>
                <a:tab pos="0" algn="l"/>
              </a:tabLst>
            </a:pPr>
            <a:r>
              <a:rPr lang="en-US" sz="1900" b="0" u="none" strike="noStrike" spc="-111">
                <a:solidFill>
                  <a:srgbClr val="343434"/>
                </a:solidFill>
                <a:effectLst/>
                <a:uFillTx/>
                <a:latin typeface="Arial MT"/>
              </a:rPr>
              <a:t>Unidad</a:t>
            </a:r>
            <a:r>
              <a:rPr lang="en-US" sz="1900" b="0" u="none" strike="noStrike" spc="11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6">
                <a:solidFill>
                  <a:srgbClr val="363636"/>
                </a:solidFill>
                <a:effectLst/>
                <a:uFillTx/>
                <a:latin typeface="Arial MT"/>
              </a:rPr>
              <a:t>de </a:t>
            </a:r>
            <a:r>
              <a:rPr lang="en-US" sz="1900" b="0" u="none" strike="noStrike" spc="-136">
                <a:solidFill>
                  <a:srgbClr val="333333"/>
                </a:solidFill>
                <a:effectLst/>
                <a:uFillTx/>
                <a:latin typeface="Arial MT"/>
              </a:rPr>
              <a:t>Procesamiento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object 33"/>
          <p:cNvSpPr/>
          <p:nvPr/>
        </p:nvSpPr>
        <p:spPr>
          <a:xfrm>
            <a:off x="3251880" y="5545440"/>
            <a:ext cx="122580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6520" rIns="0" bIns="0" anchor="t">
            <a:spAutoFit/>
          </a:bodyPr>
          <a:lstStyle/>
          <a:p>
            <a:pPr marL="17280" indent="-5040">
              <a:lnSpc>
                <a:spcPts val="1981"/>
              </a:lnSpc>
              <a:spcBef>
                <a:spcPts val="445"/>
              </a:spcBef>
              <a:tabLst>
                <a:tab pos="0" algn="l"/>
              </a:tabLst>
            </a:pPr>
            <a:r>
              <a:rPr lang="en-US" sz="1900" b="0" u="none" strike="noStrike" spc="-79">
                <a:solidFill>
                  <a:srgbClr val="3B3B3B"/>
                </a:solidFill>
                <a:effectLst/>
                <a:uFillTx/>
                <a:latin typeface="Arial MT"/>
              </a:rPr>
              <a:t>Medición</a:t>
            </a:r>
            <a:r>
              <a:rPr lang="en-US" sz="1900" b="0" u="none" strike="noStrike" spc="-11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3">
                <a:solidFill>
                  <a:srgbClr val="3D3D3D"/>
                </a:solidFill>
                <a:effectLst/>
                <a:uFillTx/>
                <a:latin typeface="Arial MT"/>
              </a:rPr>
              <a:t>de </a:t>
            </a:r>
            <a:r>
              <a:rPr lang="en-US" sz="1900" b="0" u="none" strike="noStrike" spc="-150">
                <a:solidFill>
                  <a:srgbClr val="383838"/>
                </a:solidFill>
                <a:effectLst/>
                <a:uFillTx/>
                <a:latin typeface="Arial MT"/>
              </a:rPr>
              <a:t>Temperatura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object 34"/>
          <p:cNvSpPr/>
          <p:nvPr/>
        </p:nvSpPr>
        <p:spPr>
          <a:xfrm>
            <a:off x="3250440" y="6346440"/>
            <a:ext cx="142632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6520" rIns="0" bIns="0" anchor="t">
            <a:spAutoFit/>
          </a:bodyPr>
          <a:lstStyle/>
          <a:p>
            <a:pPr marL="12600" indent="5760">
              <a:lnSpc>
                <a:spcPts val="1981"/>
              </a:lnSpc>
              <a:spcBef>
                <a:spcPts val="445"/>
              </a:spcBef>
              <a:tabLst>
                <a:tab pos="0" algn="l"/>
              </a:tabLst>
            </a:pPr>
            <a:r>
              <a:rPr lang="en-US" sz="1900" b="0" u="none" strike="noStrike" spc="-125">
                <a:solidFill>
                  <a:srgbClr val="333333"/>
                </a:solidFill>
                <a:effectLst/>
                <a:uFillTx/>
                <a:latin typeface="Arial MT"/>
              </a:rPr>
              <a:t>Temperatura</a:t>
            </a:r>
            <a:r>
              <a:rPr lang="en-US" sz="1900" b="0" u="none" strike="noStrike" spc="2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05">
                <a:solidFill>
                  <a:srgbClr val="3B5280"/>
                </a:solidFill>
                <a:effectLst/>
                <a:uFillTx/>
                <a:latin typeface="Arial MT"/>
              </a:rPr>
              <a:t>y </a:t>
            </a:r>
            <a:r>
              <a:rPr lang="en-US" sz="1900" b="0" u="none" strike="noStrike" spc="-20">
                <a:solidFill>
                  <a:srgbClr val="3A3A3A"/>
                </a:solidFill>
                <a:effectLst/>
                <a:uFillTx/>
                <a:latin typeface="Arial MT"/>
              </a:rPr>
              <a:t>Humedad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object 35"/>
          <p:cNvSpPr/>
          <p:nvPr/>
        </p:nvSpPr>
        <p:spPr>
          <a:xfrm>
            <a:off x="3251160" y="7147440"/>
            <a:ext cx="130464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6520" rIns="0" bIns="0" anchor="t">
            <a:spAutoFit/>
          </a:bodyPr>
          <a:lstStyle/>
          <a:p>
            <a:pPr marL="13320" indent="-1440">
              <a:lnSpc>
                <a:spcPts val="1981"/>
              </a:lnSpc>
              <a:spcBef>
                <a:spcPts val="445"/>
              </a:spcBef>
              <a:tabLst>
                <a:tab pos="0" algn="l"/>
              </a:tabLst>
            </a:pPr>
            <a:r>
              <a:rPr lang="en-US" sz="1900" b="0" u="none" strike="noStrike" spc="-99">
                <a:solidFill>
                  <a:srgbClr val="363636"/>
                </a:solidFill>
                <a:effectLst/>
                <a:uFillTx/>
                <a:latin typeface="Arial MT"/>
              </a:rPr>
              <a:t>Detección</a:t>
            </a:r>
            <a:r>
              <a:rPr lang="en-US" sz="1900" b="0" u="none" strike="noStrike" spc="20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1">
                <a:solidFill>
                  <a:srgbClr val="3A4D72"/>
                </a:solidFill>
                <a:effectLst/>
                <a:uFillTx/>
                <a:latin typeface="Arial MT"/>
              </a:rPr>
              <a:t>de </a:t>
            </a:r>
            <a:r>
              <a:rPr lang="en-US" sz="1900" b="0" u="none" strike="noStrike" spc="-26">
                <a:solidFill>
                  <a:srgbClr val="363636"/>
                </a:solidFill>
                <a:effectLst/>
                <a:uFillTx/>
                <a:latin typeface="Arial MT"/>
              </a:rPr>
              <a:t>Movimiento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object 36"/>
          <p:cNvSpPr/>
          <p:nvPr/>
        </p:nvSpPr>
        <p:spPr>
          <a:xfrm>
            <a:off x="3251160" y="8074080"/>
            <a:ext cx="1326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 spc="-150">
                <a:solidFill>
                  <a:srgbClr val="343434"/>
                </a:solidFill>
                <a:effectLst/>
                <a:uFillTx/>
                <a:latin typeface="Arial MT"/>
              </a:rPr>
              <a:t>Pantalla</a:t>
            </a:r>
            <a:r>
              <a:rPr lang="en-US" sz="1900" b="0" u="none" strike="noStrike" spc="54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3">
                <a:solidFill>
                  <a:srgbClr val="2F2F2F"/>
                </a:solidFill>
                <a:effectLst/>
                <a:uFillTx/>
                <a:latin typeface="Arial MT"/>
              </a:rPr>
              <a:t>Local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object 37"/>
          <p:cNvSpPr/>
          <p:nvPr/>
        </p:nvSpPr>
        <p:spPr>
          <a:xfrm>
            <a:off x="1240200" y="10681200"/>
            <a:ext cx="2638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 spc="-405">
                <a:solidFill>
                  <a:srgbClr val="979797"/>
                </a:solidFill>
                <a:effectLst/>
                <a:uFillTx/>
                <a:latin typeface="Arial MT"/>
              </a:rPr>
              <a:t>UNFV</a:t>
            </a:r>
            <a:r>
              <a:rPr lang="en-US" sz="1900" b="0" u="none" strike="noStrike" spc="145">
                <a:solidFill>
                  <a:srgbClr val="979797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81">
                <a:solidFill>
                  <a:srgbClr val="A5A5A5"/>
                </a:solidFill>
                <a:effectLst/>
                <a:uFillTx/>
                <a:latin typeface="Arial MT"/>
              </a:rPr>
              <a:t>|</a:t>
            </a:r>
            <a:r>
              <a:rPr lang="en-US" sz="1900" b="0" u="none" strike="noStrike" spc="85">
                <a:solidFill>
                  <a:srgbClr val="A5A5A5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86">
                <a:solidFill>
                  <a:srgbClr val="9C9C9C"/>
                </a:solidFill>
                <a:effectLst/>
                <a:uFillTx/>
                <a:latin typeface="Arial MT"/>
              </a:rPr>
              <a:t>FIEI</a:t>
            </a:r>
            <a:r>
              <a:rPr lang="en-US" sz="1900" b="0" u="none" strike="noStrike" spc="-11">
                <a:solidFill>
                  <a:srgbClr val="9C9C9C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81">
                <a:solidFill>
                  <a:srgbClr val="9C9C9C"/>
                </a:solidFill>
                <a:effectLst/>
                <a:uFillTx/>
                <a:latin typeface="Arial MT"/>
              </a:rPr>
              <a:t>|</a:t>
            </a:r>
            <a:r>
              <a:rPr lang="en-US" sz="1900" b="0" u="none" strike="noStrike" spc="159">
                <a:solidFill>
                  <a:srgbClr val="9C9C9C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75">
                <a:solidFill>
                  <a:srgbClr val="979797"/>
                </a:solidFill>
                <a:effectLst/>
                <a:uFillTx/>
                <a:latin typeface="Arial MT"/>
              </a:rPr>
              <a:t>Sistemas</a:t>
            </a:r>
            <a:r>
              <a:rPr lang="en-US" sz="1900" b="0" u="none" strike="noStrike" spc="79">
                <a:solidFill>
                  <a:srgbClr val="979797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96">
                <a:solidFill>
                  <a:srgbClr val="959595"/>
                </a:solidFill>
                <a:effectLst/>
                <a:uFillTx/>
                <a:latin typeface="Arial MT"/>
              </a:rPr>
              <a:t>Digitales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object 38"/>
          <p:cNvSpPr/>
          <p:nvPr/>
        </p:nvSpPr>
        <p:spPr>
          <a:xfrm>
            <a:off x="5807520" y="4116240"/>
            <a:ext cx="1461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>
                <a:solidFill>
                  <a:srgbClr val="1A4275"/>
                </a:solidFill>
                <a:effectLst/>
                <a:uFillTx/>
                <a:latin typeface="Arial MT"/>
              </a:rPr>
              <a:t>Justif</a:t>
            </a:r>
            <a:r>
              <a:rPr lang="en-US" sz="1900" b="0" u="none" strike="noStrike" spc="-145">
                <a:solidFill>
                  <a:srgbClr val="1A4275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51">
                <a:solidFill>
                  <a:srgbClr val="0F4685"/>
                </a:solidFill>
                <a:effectLst/>
                <a:uFillTx/>
                <a:latin typeface="Arial MT"/>
              </a:rPr>
              <a:t>icación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object 39"/>
          <p:cNvSpPr/>
          <p:nvPr/>
        </p:nvSpPr>
        <p:spPr>
          <a:xfrm>
            <a:off x="5803920" y="4744440"/>
            <a:ext cx="41752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6520" rIns="0" bIns="0" anchor="t">
            <a:spAutoFit/>
          </a:bodyPr>
          <a:lstStyle/>
          <a:p>
            <a:pPr marL="13320" indent="-1440">
              <a:lnSpc>
                <a:spcPts val="1981"/>
              </a:lnSpc>
              <a:spcBef>
                <a:spcPts val="445"/>
              </a:spcBef>
              <a:tabLst>
                <a:tab pos="0" algn="l"/>
              </a:tabLst>
            </a:pPr>
            <a:r>
              <a:rPr lang="en-US" sz="1900" b="0" u="none" strike="noStrike" spc="-65">
                <a:solidFill>
                  <a:srgbClr val="343434"/>
                </a:solidFill>
                <a:effectLst/>
                <a:uFillTx/>
                <a:latin typeface="Arial MT"/>
              </a:rPr>
              <a:t>Múltiples</a:t>
            </a:r>
            <a:r>
              <a:rPr lang="en-US" sz="1900" b="0" u="none" strike="noStrike" spc="-71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54">
                <a:solidFill>
                  <a:srgbClr val="2F2F2F"/>
                </a:solidFill>
                <a:effectLst/>
                <a:uFillTx/>
                <a:latin typeface="Arial MT"/>
              </a:rPr>
              <a:t>puertos</a:t>
            </a:r>
            <a:r>
              <a:rPr lang="en-US" sz="1900" b="0" u="none" strike="noStrike" spc="-11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74">
                <a:solidFill>
                  <a:srgbClr val="333333"/>
                </a:solidFill>
                <a:effectLst/>
                <a:uFillTx/>
                <a:latin typeface="Arial MT"/>
              </a:rPr>
              <a:t>serie</a:t>
            </a:r>
            <a:r>
              <a:rPr lang="en-US" sz="1900" b="0" u="none" strike="noStrike" spc="11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30">
                <a:solidFill>
                  <a:srgbClr val="365267"/>
                </a:solidFill>
                <a:effectLst/>
                <a:uFillTx/>
                <a:latin typeface="Arial MT"/>
              </a:rPr>
              <a:t>y</a:t>
            </a:r>
            <a:r>
              <a:rPr lang="en-US" sz="1900" b="0" u="none" strike="noStrike" spc="-34">
                <a:solidFill>
                  <a:srgbClr val="365267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71">
                <a:solidFill>
                  <a:srgbClr val="313131"/>
                </a:solidFill>
                <a:effectLst/>
                <a:uFillTx/>
                <a:latin typeface="Arial MT"/>
              </a:rPr>
              <a:t>pines</a:t>
            </a:r>
            <a:r>
              <a:rPr lang="en-US" sz="1900" b="0" u="none" strike="noStrike" spc="-34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56">
                <a:solidFill>
                  <a:srgbClr val="A1BACD"/>
                </a:solidFill>
                <a:effectLst/>
                <a:uFillTx/>
                <a:latin typeface="Arial MT"/>
              </a:rPr>
              <a:t>para</a:t>
            </a:r>
            <a:r>
              <a:rPr lang="en-US" sz="1900" b="0" u="none" strike="noStrike" spc="26">
                <a:solidFill>
                  <a:srgbClr val="A1BACD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85">
                <a:solidFill>
                  <a:srgbClr val="2D2D2D"/>
                </a:solidFill>
                <a:effectLst/>
                <a:uFillTx/>
                <a:latin typeface="Arial MT"/>
              </a:rPr>
              <a:t>buses </a:t>
            </a:r>
            <a:r>
              <a:rPr lang="en-US" sz="1900" b="0" u="none" strike="noStrike" spc="-26">
                <a:solidFill>
                  <a:srgbClr val="363636"/>
                </a:solidFill>
                <a:effectLst/>
                <a:uFillTx/>
                <a:latin typeface="Arial MT"/>
              </a:rPr>
              <a:t>complejos.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object 40"/>
          <p:cNvSpPr/>
          <p:nvPr/>
        </p:nvSpPr>
        <p:spPr>
          <a:xfrm>
            <a:off x="5803200" y="5545440"/>
            <a:ext cx="441936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6520" rIns="0" bIns="0" anchor="t">
            <a:spAutoFit/>
          </a:bodyPr>
          <a:lstStyle/>
          <a:p>
            <a:pPr marL="14040" indent="-1800">
              <a:lnSpc>
                <a:spcPts val="1981"/>
              </a:lnSpc>
              <a:spcBef>
                <a:spcPts val="445"/>
              </a:spcBef>
              <a:tabLst>
                <a:tab pos="0" algn="l"/>
              </a:tabLst>
            </a:pPr>
            <a:r>
              <a:rPr lang="en-US" sz="1900" b="0" u="none" strike="noStrike" spc="-159">
                <a:solidFill>
                  <a:srgbClr val="383838"/>
                </a:solidFill>
                <a:effectLst/>
                <a:uFillTx/>
                <a:latin typeface="Arial MT"/>
              </a:rPr>
              <a:t>Sonda</a:t>
            </a:r>
            <a:r>
              <a:rPr lang="en-US" sz="1900" b="0" u="none" strike="noStrike" spc="26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85">
                <a:solidFill>
                  <a:srgbClr val="363636"/>
                </a:solidFill>
                <a:effectLst/>
                <a:uFillTx/>
                <a:latin typeface="Arial MT"/>
              </a:rPr>
              <a:t>digital</a:t>
            </a:r>
            <a:r>
              <a:rPr lang="en-US" sz="1900" b="0" u="none" strike="noStrike" spc="-20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9">
                <a:solidFill>
                  <a:srgbClr val="313131"/>
                </a:solidFill>
                <a:effectLst/>
                <a:uFillTx/>
                <a:latin typeface="Arial MT"/>
              </a:rPr>
              <a:t>estanca</a:t>
            </a:r>
            <a:r>
              <a:rPr lang="en-US" sz="1900" b="0" u="none" strike="noStrike" spc="51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05">
                <a:solidFill>
                  <a:srgbClr val="383838"/>
                </a:solidFill>
                <a:effectLst/>
                <a:uFillTx/>
                <a:latin typeface="Arial MT"/>
              </a:rPr>
              <a:t>ideal</a:t>
            </a:r>
            <a:r>
              <a:rPr lang="en-US" sz="1900" b="0" u="none" strike="noStrike" spc="-31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56">
                <a:solidFill>
                  <a:srgbClr val="383838"/>
                </a:solidFill>
                <a:effectLst/>
                <a:uFillTx/>
                <a:latin typeface="Arial MT"/>
              </a:rPr>
              <a:t>para</a:t>
            </a:r>
            <a:r>
              <a:rPr lang="en-US" sz="1900" b="0" u="none" strike="noStrike" spc="26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96">
                <a:solidFill>
                  <a:srgbClr val="383838"/>
                </a:solidFill>
                <a:effectLst/>
                <a:uFillTx/>
                <a:latin typeface="Arial MT"/>
              </a:rPr>
              <a:t>inmersión</a:t>
            </a:r>
            <a:r>
              <a:rPr lang="en-US" sz="1900" b="0" u="none" strike="noStrike" spc="96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6">
                <a:solidFill>
                  <a:srgbClr val="3B3B3B"/>
                </a:solidFill>
                <a:effectLst/>
                <a:uFillTx/>
                <a:latin typeface="Arial MT"/>
              </a:rPr>
              <a:t>en </a:t>
            </a:r>
            <a:r>
              <a:rPr lang="en-US" sz="1900" b="0" u="none" strike="noStrike" spc="-156">
                <a:solidFill>
                  <a:srgbClr val="363636"/>
                </a:solidFill>
                <a:effectLst/>
                <a:uFillTx/>
                <a:latin typeface="Arial MT"/>
              </a:rPr>
              <a:t>cámaras</a:t>
            </a:r>
            <a:r>
              <a:rPr lang="en-US" sz="1900" b="0" u="none" strike="noStrike" spc="34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74">
                <a:solidFill>
                  <a:srgbClr val="3F3F3F"/>
                </a:solidFill>
                <a:effectLst/>
                <a:uFillTx/>
                <a:latin typeface="Arial MT"/>
              </a:rPr>
              <a:t>de</a:t>
            </a:r>
            <a:r>
              <a:rPr lang="en-US" sz="1900" b="0" u="none" strike="noStrike" spc="-40">
                <a:solidFill>
                  <a:srgbClr val="3F3F3F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">
                <a:solidFill>
                  <a:srgbClr val="383838"/>
                </a:solidFill>
                <a:effectLst/>
                <a:uFillTx/>
                <a:latin typeface="Arial MT"/>
              </a:rPr>
              <a:t>frío.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object 41"/>
          <p:cNvSpPr/>
          <p:nvPr/>
        </p:nvSpPr>
        <p:spPr>
          <a:xfrm>
            <a:off x="5803920" y="6346440"/>
            <a:ext cx="393552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6520" rIns="0" bIns="0" anchor="t">
            <a:spAutoFit/>
          </a:bodyPr>
          <a:lstStyle/>
          <a:p>
            <a:pPr marL="13320" indent="-1440">
              <a:lnSpc>
                <a:spcPts val="1981"/>
              </a:lnSpc>
              <a:spcBef>
                <a:spcPts val="445"/>
              </a:spcBef>
              <a:tabLst>
                <a:tab pos="0" algn="l"/>
              </a:tabLst>
            </a:pPr>
            <a:r>
              <a:rPr lang="en-US" sz="1900" b="0" u="none" strike="noStrike" spc="-99">
                <a:solidFill>
                  <a:srgbClr val="3F3F3F"/>
                </a:solidFill>
                <a:effectLst/>
                <a:uFillTx/>
                <a:latin typeface="Arial MT"/>
              </a:rPr>
              <a:t>Mayor</a:t>
            </a:r>
            <a:r>
              <a:rPr lang="en-US" sz="1900" b="0" u="none" strike="noStrike" spc="-34">
                <a:solidFill>
                  <a:srgbClr val="3F3F3F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05">
                <a:solidFill>
                  <a:srgbClr val="3B3B3B"/>
                </a:solidFill>
                <a:effectLst/>
                <a:uFillTx/>
                <a:latin typeface="Arial MT"/>
              </a:rPr>
              <a:t>rango</a:t>
            </a:r>
            <a:r>
              <a:rPr lang="en-US" sz="1900" b="0" u="none" strike="noStrike" spc="-26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3">
                <a:solidFill>
                  <a:srgbClr val="2F2F2F"/>
                </a:solidFill>
                <a:effectLst/>
                <a:uFillTx/>
                <a:latin typeface="Arial MT"/>
              </a:rPr>
              <a:t>dinámico</a:t>
            </a:r>
            <a:r>
              <a:rPr lang="en-US" sz="1900" b="0" u="none" strike="noStrike" spc="26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30">
                <a:solidFill>
                  <a:srgbClr val="244269"/>
                </a:solidFill>
                <a:effectLst/>
                <a:uFillTx/>
                <a:latin typeface="Arial MT"/>
              </a:rPr>
              <a:t>y</a:t>
            </a:r>
            <a:r>
              <a:rPr lang="en-US" sz="1900" b="0" u="none" strike="noStrike" spc="-40">
                <a:solidFill>
                  <a:srgbClr val="244269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96">
                <a:solidFill>
                  <a:srgbClr val="2D2D2D"/>
                </a:solidFill>
                <a:effectLst/>
                <a:uFillTx/>
                <a:latin typeface="Arial MT"/>
              </a:rPr>
              <a:t>estabilidad</a:t>
            </a:r>
            <a:r>
              <a:rPr lang="en-US" sz="1900" b="0" u="none" strike="noStrike" spc="6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96">
                <a:solidFill>
                  <a:srgbClr val="2D4667"/>
                </a:solidFill>
                <a:effectLst/>
                <a:uFillTx/>
                <a:latin typeface="Arial MT"/>
              </a:rPr>
              <a:t>ante </a:t>
            </a:r>
            <a:r>
              <a:rPr lang="en-US" sz="1900" b="0" u="none" strike="noStrike" spc="-119">
                <a:solidFill>
                  <a:srgbClr val="3B3B3B"/>
                </a:solidFill>
                <a:effectLst/>
                <a:uFillTx/>
                <a:latin typeface="Arial MT"/>
              </a:rPr>
              <a:t>cambios</a:t>
            </a:r>
            <a:r>
              <a:rPr lang="en-US" sz="1900" b="0" u="none" strike="noStrike" spc="11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">
                <a:solidFill>
                  <a:srgbClr val="2F2F2F"/>
                </a:solidFill>
                <a:effectLst/>
                <a:uFillTx/>
                <a:latin typeface="Arial MT"/>
              </a:rPr>
              <a:t>bruscos.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object 42"/>
          <p:cNvSpPr/>
          <p:nvPr/>
        </p:nvSpPr>
        <p:spPr>
          <a:xfrm>
            <a:off x="5798160" y="7147440"/>
            <a:ext cx="410544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6520" rIns="0" bIns="0" anchor="t">
            <a:spAutoFit/>
          </a:bodyPr>
          <a:lstStyle/>
          <a:p>
            <a:pPr marL="12600" indent="5040">
              <a:lnSpc>
                <a:spcPts val="1981"/>
              </a:lnSpc>
              <a:spcBef>
                <a:spcPts val="445"/>
              </a:spcBef>
              <a:tabLst>
                <a:tab pos="0" algn="l"/>
              </a:tabLst>
            </a:pPr>
            <a:r>
              <a:rPr lang="en-US" sz="1900" b="0" u="none" strike="noStrike" spc="-113">
                <a:solidFill>
                  <a:srgbClr val="2F2F2F"/>
                </a:solidFill>
                <a:effectLst/>
                <a:uFillTx/>
                <a:latin typeface="Arial MT"/>
              </a:rPr>
              <a:t>Seguridad</a:t>
            </a:r>
            <a:r>
              <a:rPr lang="en-US" sz="1900" b="0" u="none" strike="noStrike" spc="14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91">
                <a:solidFill>
                  <a:srgbClr val="3B3B3B"/>
                </a:solidFill>
                <a:effectLst/>
                <a:uFillTx/>
                <a:latin typeface="Arial MT"/>
              </a:rPr>
              <a:t>física</a:t>
            </a:r>
            <a:r>
              <a:rPr lang="en-US" sz="1900" b="0" u="none" strike="noStrike" spc="-20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9">
                <a:solidFill>
                  <a:srgbClr val="313131"/>
                </a:solidFill>
                <a:effectLst/>
                <a:uFillTx/>
                <a:latin typeface="Arial MT"/>
              </a:rPr>
              <a:t>activa</a:t>
            </a:r>
            <a:r>
              <a:rPr lang="en-US" sz="1900" b="0" u="none" strike="noStrike" spc="-11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96">
                <a:solidFill>
                  <a:srgbClr val="3D3D3D"/>
                </a:solidFill>
                <a:effectLst/>
                <a:uFillTx/>
                <a:latin typeface="Arial MT"/>
              </a:rPr>
              <a:t>integrada</a:t>
            </a:r>
            <a:r>
              <a:rPr lang="en-US" sz="1900" b="0" u="none" strike="noStrike" spc="51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3">
                <a:solidFill>
                  <a:srgbClr val="3B3B3B"/>
                </a:solidFill>
                <a:effectLst/>
                <a:uFillTx/>
                <a:latin typeface="Arial MT"/>
              </a:rPr>
              <a:t>mediante </a:t>
            </a:r>
            <a:r>
              <a:rPr lang="en-US" sz="1900" b="0" u="none" strike="noStrike" spc="-11">
                <a:solidFill>
                  <a:srgbClr val="2B2B2B"/>
                </a:solidFill>
                <a:effectLst/>
                <a:uFillTx/>
                <a:latin typeface="Arial MT"/>
              </a:rPr>
              <a:t>interrupciones.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object 43"/>
          <p:cNvSpPr/>
          <p:nvPr/>
        </p:nvSpPr>
        <p:spPr>
          <a:xfrm>
            <a:off x="5802840" y="7948440"/>
            <a:ext cx="421992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6520" rIns="0" bIns="0" anchor="t">
            <a:spAutoFit/>
          </a:bodyPr>
          <a:lstStyle/>
          <a:p>
            <a:pPr marL="12600" indent="-720">
              <a:lnSpc>
                <a:spcPts val="1981"/>
              </a:lnSpc>
              <a:spcBef>
                <a:spcPts val="445"/>
              </a:spcBef>
              <a:tabLst>
                <a:tab pos="0" algn="l"/>
              </a:tabLst>
            </a:pPr>
            <a:r>
              <a:rPr lang="en-US" sz="1900" b="0" u="none" strike="noStrike" spc="-105">
                <a:solidFill>
                  <a:srgbClr val="313131"/>
                </a:solidFill>
                <a:effectLst/>
                <a:uFillTx/>
                <a:latin typeface="Arial MT"/>
              </a:rPr>
              <a:t>Uso</a:t>
            </a:r>
            <a:r>
              <a:rPr lang="en-US" sz="1900" b="0" u="none" strike="noStrike" spc="-31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54">
                <a:solidFill>
                  <a:srgbClr val="343434"/>
                </a:solidFill>
                <a:effectLst/>
                <a:uFillTx/>
                <a:latin typeface="Arial MT"/>
              </a:rPr>
              <a:t>eficiente</a:t>
            </a:r>
            <a:r>
              <a:rPr lang="en-US" sz="1900" b="0" u="none" strike="noStrike" spc="14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54">
                <a:solidFill>
                  <a:srgbClr val="343434"/>
                </a:solidFill>
                <a:effectLst/>
                <a:uFillTx/>
                <a:latin typeface="Arial MT"/>
              </a:rPr>
              <a:t>de</a:t>
            </a:r>
            <a:r>
              <a:rPr lang="en-US" sz="1900" b="0" u="none" strike="noStrike" spc="-51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85">
                <a:solidFill>
                  <a:srgbClr val="333333"/>
                </a:solidFill>
                <a:effectLst/>
                <a:uFillTx/>
                <a:latin typeface="Arial MT"/>
              </a:rPr>
              <a:t>bus</a:t>
            </a:r>
            <a:r>
              <a:rPr lang="en-US" sz="1900" b="0" u="none" strike="noStrike" spc="-51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79">
                <a:solidFill>
                  <a:srgbClr val="3D3D3D"/>
                </a:solidFill>
                <a:effectLst/>
                <a:uFillTx/>
                <a:latin typeface="Arial MT"/>
              </a:rPr>
              <a:t>con</a:t>
            </a:r>
            <a:r>
              <a:rPr lang="en-US" sz="1900" b="0" u="none" strike="noStrike" spc="-51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1">
                <a:solidFill>
                  <a:srgbClr val="343434"/>
                </a:solidFill>
                <a:effectLst/>
                <a:uFillTx/>
                <a:latin typeface="Arial MT"/>
              </a:rPr>
              <a:t>módulo</a:t>
            </a:r>
            <a:r>
              <a:rPr lang="en-US" sz="1900" b="0" u="none" strike="noStrike" spc="14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1">
                <a:solidFill>
                  <a:srgbClr val="343434"/>
                </a:solidFill>
                <a:effectLst/>
                <a:uFillTx/>
                <a:latin typeface="Arial MT"/>
              </a:rPr>
              <a:t>expansor </a:t>
            </a:r>
            <a:r>
              <a:rPr lang="en-US" sz="1900" b="0" u="none" strike="noStrike" spc="-45">
                <a:solidFill>
                  <a:srgbClr val="3F3F3F"/>
                </a:solidFill>
                <a:effectLst/>
                <a:uFillTx/>
                <a:latin typeface="Arial MT"/>
              </a:rPr>
              <a:t>PCF</a:t>
            </a:r>
            <a:r>
              <a:rPr lang="en-US" sz="1900" b="0" u="none" strike="noStrike" spc="-45">
                <a:solidFill>
                  <a:srgbClr val="2B2B2B"/>
                </a:solidFill>
                <a:effectLst/>
                <a:uFillTx/>
                <a:latin typeface="Arial MT"/>
              </a:rPr>
              <a:t>8574.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object 44"/>
          <p:cNvSpPr/>
          <p:nvPr/>
        </p:nvSpPr>
        <p:spPr>
          <a:xfrm>
            <a:off x="17348400" y="1116360"/>
            <a:ext cx="1297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>
                <a:solidFill>
                  <a:srgbClr val="05346B"/>
                </a:solidFill>
                <a:effectLst/>
                <a:uFillTx/>
                <a:latin typeface="Arial MT"/>
              </a:rPr>
              <a:t>05.</a:t>
            </a:r>
            <a:r>
              <a:rPr lang="en-US" sz="1900" b="0" u="none" strike="noStrike" spc="190">
                <a:solidFill>
                  <a:srgbClr val="05346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490">
                <a:solidFill>
                  <a:srgbClr val="4172AC"/>
                </a:solidFill>
                <a:effectLst/>
                <a:uFillTx/>
                <a:latin typeface="Arial MT"/>
              </a:rPr>
              <a:t>HARDI#ARE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object 45"/>
          <p:cNvSpPr/>
          <p:nvPr/>
        </p:nvSpPr>
        <p:spPr>
          <a:xfrm>
            <a:off x="11199240" y="7445880"/>
            <a:ext cx="760176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4040" indent="-1800">
              <a:lnSpc>
                <a:spcPct val="105000"/>
              </a:lnSpc>
              <a:tabLst>
                <a:tab pos="0" algn="l"/>
              </a:tabLst>
            </a:pPr>
            <a:r>
              <a:rPr lang="en-US" sz="1900" b="0" u="none" strike="noStrike" spc="-244">
                <a:solidFill>
                  <a:srgbClr val="3D3D3D"/>
                </a:solidFill>
                <a:effectLst/>
                <a:uFillTx/>
                <a:latin typeface="Arial MT"/>
              </a:rPr>
              <a:t>La</a:t>
            </a:r>
            <a:r>
              <a:rPr lang="en-US" sz="1900" b="0" u="none" strike="noStrike" spc="99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79">
                <a:solidFill>
                  <a:srgbClr val="494949"/>
                </a:solidFill>
                <a:effectLst/>
                <a:uFillTx/>
                <a:latin typeface="Arial MT"/>
              </a:rPr>
              <a:t>selección</a:t>
            </a:r>
            <a:r>
              <a:rPr lang="en-US" sz="1900" b="0" u="none" strike="noStrike" spc="-54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45">
                <a:solidFill>
                  <a:srgbClr val="4B4B4B"/>
                </a:solidFill>
                <a:effectLst/>
                <a:uFillTx/>
                <a:latin typeface="Arial MT"/>
              </a:rPr>
              <a:t>se</a:t>
            </a:r>
            <a:r>
              <a:rPr lang="en-US" sz="1900" b="0" u="none" strike="noStrike" spc="14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9">
                <a:solidFill>
                  <a:srgbClr val="414141"/>
                </a:solidFill>
                <a:effectLst/>
                <a:uFillTx/>
                <a:latin typeface="Arial MT"/>
              </a:rPr>
              <a:t>basó</a:t>
            </a:r>
            <a:r>
              <a:rPr lang="en-US" sz="1900" b="0" u="none" strike="noStrike" spc="-11">
                <a:solidFill>
                  <a:srgbClr val="414141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60">
                <a:solidFill>
                  <a:srgbClr val="494949"/>
                </a:solidFill>
                <a:effectLst/>
                <a:uFillTx/>
                <a:latin typeface="Arial MT"/>
              </a:rPr>
              <a:t>en</a:t>
            </a:r>
            <a:r>
              <a:rPr lang="en-US" sz="1900" b="0" u="none" strike="noStrike" spc="-71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45">
                <a:solidFill>
                  <a:srgbClr val="4B4B4B"/>
                </a:solidFill>
                <a:effectLst/>
                <a:uFillTx/>
                <a:latin typeface="Arial MT"/>
              </a:rPr>
              <a:t>el</a:t>
            </a:r>
            <a:r>
              <a:rPr lang="en-US" sz="1900" b="0" u="none" strike="noStrike" spc="-91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79">
                <a:solidFill>
                  <a:srgbClr val="484848"/>
                </a:solidFill>
                <a:effectLst/>
                <a:uFillTx/>
                <a:latin typeface="Arial MT"/>
              </a:rPr>
              <a:t>equilibrio</a:t>
            </a:r>
            <a:r>
              <a:rPr lang="en-US" sz="1900" b="0" u="none" strike="noStrike" spc="6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60">
                <a:solidFill>
                  <a:srgbClr val="494949"/>
                </a:solidFill>
                <a:effectLst/>
                <a:uFillTx/>
                <a:latin typeface="Arial MT"/>
              </a:rPr>
              <a:t>de</a:t>
            </a:r>
            <a:r>
              <a:rPr lang="en-US" sz="1900" b="0" u="none" strike="noStrike" spc="-40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99">
                <a:solidFill>
                  <a:srgbClr val="4B4B4B"/>
                </a:solidFill>
                <a:effectLst/>
                <a:uFillTx/>
                <a:latin typeface="Arial MT"/>
              </a:rPr>
              <a:t>parámetros:</a:t>
            </a:r>
            <a:r>
              <a:rPr lang="en-US" sz="1900" b="0" u="none" strike="noStrike" spc="51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65">
                <a:solidFill>
                  <a:srgbClr val="494949"/>
                </a:solidFill>
                <a:effectLst/>
                <a:uFillTx/>
                <a:latin typeface="Arial MT"/>
              </a:rPr>
              <a:t>precisión,</a:t>
            </a:r>
            <a:r>
              <a:rPr lang="en-US" sz="1900" b="0" u="none" strike="noStrike" spc="-31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">
                <a:solidFill>
                  <a:srgbClr val="3D3D3D"/>
                </a:solidFill>
                <a:effectLst/>
                <a:uFillTx/>
                <a:latin typeface="Arial MT"/>
              </a:rPr>
              <a:t>costo </a:t>
            </a:r>
            <a:r>
              <a:rPr lang="en-US" sz="1900" b="0" u="none" strike="noStrike" spc="-96">
                <a:solidFill>
                  <a:srgbClr val="484848"/>
                </a:solidFill>
                <a:effectLst/>
                <a:uFillTx/>
                <a:latin typeface="Arial MT"/>
              </a:rPr>
              <a:t>moderado,</a:t>
            </a:r>
            <a:r>
              <a:rPr lang="en-US" sz="1900" b="0" u="none" strike="noStrike" spc="-40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79">
                <a:solidFill>
                  <a:srgbClr val="4B4B4B"/>
                </a:solidFill>
                <a:effectLst/>
                <a:uFillTx/>
                <a:latin typeface="Arial MT"/>
              </a:rPr>
              <a:t>soporte</a:t>
            </a:r>
            <a:r>
              <a:rPr lang="en-US" sz="1900" b="0" u="none" strike="noStrike" spc="-51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91">
                <a:solidFill>
                  <a:srgbClr val="4B4B4B"/>
                </a:solidFill>
                <a:effectLst/>
                <a:uFillTx/>
                <a:latin typeface="Arial MT"/>
              </a:rPr>
              <a:t>nativo</a:t>
            </a:r>
            <a:r>
              <a:rPr lang="en-US" sz="1900" b="0" u="none" strike="noStrike" spc="-34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60">
                <a:solidFill>
                  <a:srgbClr val="56677C"/>
                </a:solidFill>
                <a:effectLst/>
                <a:uFillTx/>
                <a:latin typeface="Arial MT"/>
              </a:rPr>
              <a:t>de</a:t>
            </a:r>
            <a:r>
              <a:rPr lang="en-US" sz="1900" b="0" u="none" strike="noStrike" spc="-71">
                <a:solidFill>
                  <a:srgbClr val="56677C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51">
                <a:solidFill>
                  <a:srgbClr val="4F4F4F"/>
                </a:solidFill>
                <a:effectLst/>
                <a:uFillTx/>
                <a:latin typeface="Arial MT"/>
              </a:rPr>
              <a:t>drivers</a:t>
            </a:r>
            <a:r>
              <a:rPr lang="en-US" sz="1900" b="0" u="none" strike="noStrike" spc="-34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30">
                <a:solidFill>
                  <a:srgbClr val="3B5279"/>
                </a:solidFill>
                <a:effectLst/>
                <a:uFillTx/>
                <a:latin typeface="Arial MT"/>
              </a:rPr>
              <a:t>y</a:t>
            </a:r>
            <a:r>
              <a:rPr lang="en-US" sz="1900" b="0" u="none" strike="noStrike" spc="-34">
                <a:solidFill>
                  <a:srgbClr val="3B5279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71">
                <a:solidFill>
                  <a:srgbClr val="464646"/>
                </a:solidFill>
                <a:effectLst/>
                <a:uFillTx/>
                <a:latin typeface="Arial MT"/>
              </a:rPr>
              <a:t>robustez</a:t>
            </a:r>
            <a:r>
              <a:rPr lang="en-US" sz="1900" b="0" u="none" strike="noStrike" spc="20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74">
                <a:solidFill>
                  <a:srgbClr val="464646"/>
                </a:solidFill>
                <a:effectLst/>
                <a:uFillTx/>
                <a:latin typeface="Arial MT"/>
              </a:rPr>
              <a:t>industrial</a:t>
            </a:r>
            <a:r>
              <a:rPr lang="en-US" sz="1900" b="0" u="none" strike="noStrike" spc="-45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60">
                <a:solidFill>
                  <a:srgbClr val="4B647E"/>
                </a:solidFill>
                <a:effectLst/>
                <a:uFillTx/>
                <a:latin typeface="Arial MT"/>
              </a:rPr>
              <a:t>del</a:t>
            </a:r>
            <a:r>
              <a:rPr lang="en-US" sz="1900" b="0" u="none" strike="noStrike" spc="-71">
                <a:solidFill>
                  <a:srgbClr val="4B647E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05">
                <a:solidFill>
                  <a:srgbClr val="464646"/>
                </a:solidFill>
                <a:effectLst/>
                <a:uFillTx/>
                <a:latin typeface="Arial MT"/>
              </a:rPr>
              <a:t>encapsulado</a:t>
            </a:r>
            <a:r>
              <a:rPr lang="en-US" sz="1900" b="0" u="none" strike="noStrike" spc="51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6">
                <a:solidFill>
                  <a:srgbClr val="505B77"/>
                </a:solidFill>
                <a:effectLst/>
                <a:uFillTx/>
                <a:latin typeface="Arial MT"/>
              </a:rPr>
              <a:t>de </a:t>
            </a:r>
            <a:r>
              <a:rPr lang="en-US" sz="1900" b="0" u="none" strike="noStrike" spc="-34">
                <a:solidFill>
                  <a:srgbClr val="4B4B4B"/>
                </a:solidFill>
                <a:effectLst/>
                <a:uFillTx/>
                <a:latin typeface="Arial MT"/>
              </a:rPr>
              <a:t>los</a:t>
            </a:r>
            <a:r>
              <a:rPr lang="en-US" sz="1900" b="0" u="none" strike="noStrike" spc="-65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85">
                <a:solidFill>
                  <a:srgbClr val="494949"/>
                </a:solidFill>
                <a:effectLst/>
                <a:uFillTx/>
                <a:latin typeface="Arial MT"/>
              </a:rPr>
              <a:t>sensores</a:t>
            </a:r>
            <a:r>
              <a:rPr lang="en-US" sz="1900" b="0" u="none" strike="noStrike" spc="-20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91">
                <a:solidFill>
                  <a:srgbClr val="4D4D4D"/>
                </a:solidFill>
                <a:effectLst/>
                <a:uFillTx/>
                <a:latin typeface="Arial MT"/>
              </a:rPr>
              <a:t>de</a:t>
            </a:r>
            <a:r>
              <a:rPr lang="en-US" sz="1900" b="0" u="none" strike="noStrike" spc="-45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40">
                <a:solidFill>
                  <a:srgbClr val="464646"/>
                </a:solidFill>
                <a:effectLst/>
                <a:uFillTx/>
                <a:latin typeface="Arial MT"/>
              </a:rPr>
              <a:t>temperatura.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object 2"/>
          <p:cNvPicPr/>
          <p:nvPr/>
        </p:nvPicPr>
        <p:blipFill>
          <a:blip r:embed="rId2"/>
          <a:stretch/>
        </p:blipFill>
        <p:spPr>
          <a:xfrm>
            <a:off x="1751400" y="6580800"/>
            <a:ext cx="8347680" cy="216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object 3"/>
          <p:cNvPicPr/>
          <p:nvPr/>
        </p:nvPicPr>
        <p:blipFill>
          <a:blip r:embed="rId3"/>
          <a:stretch/>
        </p:blipFill>
        <p:spPr>
          <a:xfrm>
            <a:off x="0" y="0"/>
            <a:ext cx="20103840" cy="12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object 4"/>
          <p:cNvSpPr/>
          <p:nvPr/>
        </p:nvSpPr>
        <p:spPr>
          <a:xfrm>
            <a:off x="11261520" y="4519440"/>
            <a:ext cx="7601760" cy="360"/>
          </a:xfrm>
          <a:custGeom>
            <a:avLst/>
            <a:gdLst>
              <a:gd name="textAreaLeft" fmla="*/ 0 w 7601760"/>
              <a:gd name="textAreaRight" fmla="*/ 7602120 w 76017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7602219">
                <a:moveTo>
                  <a:pt x="0" y="0"/>
                </a:moveTo>
                <a:lnTo>
                  <a:pt x="7601863" y="0"/>
                </a:lnTo>
              </a:path>
            </a:pathLst>
          </a:custGeom>
          <a:noFill/>
          <a:ln w="39265">
            <a:solidFill>
              <a:srgbClr val="033B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220400" y="857520"/>
            <a:ext cx="13772880" cy="771840"/>
          </a:xfrm>
          <a:prstGeom prst="rect">
            <a:avLst/>
          </a:prstGeom>
          <a:noFill/>
          <a:ln w="0">
            <a:noFill/>
          </a:ln>
        </p:spPr>
        <p:txBody>
          <a:bodyPr lIns="0" tIns="54720" rIns="0" bIns="0" anchor="t">
            <a:spAutoFit/>
          </a:bodyPr>
          <a:lstStyle/>
          <a:p>
            <a:pPr marL="23040" indent="0" algn="l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z="4500" b="0" u="none" strike="noStrike" dirty="0" err="1">
                <a:solidFill>
                  <a:srgbClr val="013D7E"/>
                </a:solidFill>
                <a:effectLst/>
                <a:uFillTx/>
                <a:latin typeface="Arial MT"/>
              </a:rPr>
              <a:t>Cerebro</a:t>
            </a:r>
            <a:r>
              <a:rPr lang="en-US" sz="4500" b="0" u="none" strike="noStrike" spc="-119" dirty="0">
                <a:solidFill>
                  <a:srgbClr val="013D7E"/>
                </a:solidFill>
                <a:effectLst/>
                <a:uFillTx/>
                <a:latin typeface="Arial MT"/>
              </a:rPr>
              <a:t> </a:t>
            </a:r>
            <a:r>
              <a:rPr lang="en-US" sz="4500" b="0" u="none" strike="noStrike" spc="74" dirty="0">
                <a:solidFill>
                  <a:srgbClr val="083D75"/>
                </a:solidFill>
                <a:effectLst/>
                <a:uFillTx/>
                <a:latin typeface="Arial MT"/>
              </a:rPr>
              <a:t>del</a:t>
            </a:r>
            <a:r>
              <a:rPr lang="en-US" sz="4500" b="0" u="none" strike="noStrike" spc="-295" dirty="0">
                <a:solidFill>
                  <a:srgbClr val="083D75"/>
                </a:solidFill>
                <a:effectLst/>
                <a:uFillTx/>
                <a:latin typeface="Arial MT"/>
              </a:rPr>
              <a:t> </a:t>
            </a:r>
            <a:r>
              <a:rPr lang="en-US" sz="4500" b="0" u="none" strike="noStrike" dirty="0">
                <a:solidFill>
                  <a:srgbClr val="003B85"/>
                </a:solidFill>
                <a:effectLst/>
                <a:uFillTx/>
                <a:latin typeface="Arial MT"/>
              </a:rPr>
              <a:t>Sistema: MCU AtMega2560</a:t>
            </a:r>
            <a:endParaRPr lang="en-US" sz="45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1237680" y="3993120"/>
            <a:ext cx="9117000" cy="226008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lstStyle/>
          <a:p>
            <a:pPr marL="15840" indent="-3960" algn="l">
              <a:lnSpc>
                <a:spcPct val="107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2200" b="0" u="none" strike="noStrike" spc="-235">
                <a:solidFill>
                  <a:srgbClr val="363636"/>
                </a:solidFill>
                <a:effectLst/>
                <a:uFillTx/>
                <a:latin typeface="Arial MT"/>
              </a:rPr>
              <a:t>El</a:t>
            </a:r>
            <a:r>
              <a:rPr lang="en-US" sz="2200" b="0" u="none" strike="noStrike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6">
                <a:solidFill>
                  <a:srgbClr val="232323"/>
                </a:solidFill>
                <a:effectLst/>
                <a:uFillTx/>
                <a:latin typeface="Arial MT"/>
              </a:rPr>
              <a:t>núcleo</a:t>
            </a:r>
            <a:r>
              <a:rPr lang="en-US" sz="2200" b="0" u="none" strike="noStrike" spc="-60">
                <a:solidFill>
                  <a:srgbClr val="23232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0">
                <a:solidFill>
                  <a:srgbClr val="363636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5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1">
                <a:solidFill>
                  <a:srgbClr val="2A2A2A"/>
                </a:solidFill>
                <a:effectLst/>
                <a:uFillTx/>
                <a:latin typeface="Arial MT"/>
              </a:rPr>
              <a:t>procesamiento</a:t>
            </a:r>
            <a:r>
              <a:rPr lang="en-US" sz="2200" b="0" u="none" strike="noStrike" spc="74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10">
                <a:solidFill>
                  <a:srgbClr val="313131"/>
                </a:solidFill>
                <a:effectLst/>
                <a:uFillTx/>
                <a:latin typeface="Arial MT"/>
              </a:rPr>
              <a:t>se</a:t>
            </a:r>
            <a:r>
              <a:rPr lang="en-US" sz="2200" b="0" u="none" strike="noStrike" spc="4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6">
                <a:solidFill>
                  <a:srgbClr val="2A2A2A"/>
                </a:solidFill>
                <a:effectLst/>
                <a:uFillTx/>
                <a:latin typeface="Arial MT"/>
              </a:rPr>
              <a:t>soporta</a:t>
            </a:r>
            <a:r>
              <a:rPr lang="en-US" sz="2200" b="0" u="none" strike="noStrike" spc="-2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>
                <a:solidFill>
                  <a:srgbClr val="383838"/>
                </a:solidFill>
                <a:effectLst/>
                <a:uFillTx/>
                <a:latin typeface="Arial MT"/>
              </a:rPr>
              <a:t>en</a:t>
            </a:r>
            <a:r>
              <a:rPr lang="en-US" sz="2200" b="0" u="none" strike="noStrike" spc="-111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1">
                <a:solidFill>
                  <a:srgbClr val="363636"/>
                </a:solidFill>
                <a:effectLst/>
                <a:uFillTx/>
                <a:latin typeface="Arial MT"/>
              </a:rPr>
              <a:t>el</a:t>
            </a:r>
            <a:r>
              <a:rPr lang="en-US" sz="2200" b="0" u="none" strike="noStrike" spc="-65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34">
                <a:solidFill>
                  <a:srgbClr val="343434"/>
                </a:solidFill>
                <a:effectLst/>
                <a:uFillTx/>
                <a:latin typeface="Arial MT"/>
              </a:rPr>
              <a:t>circuito</a:t>
            </a:r>
            <a:r>
              <a:rPr lang="en-US" sz="2200" b="0" u="none" strike="noStrike" spc="-71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6">
                <a:solidFill>
                  <a:srgbClr val="2A2A2A"/>
                </a:solidFill>
                <a:effectLst/>
                <a:uFillTx/>
                <a:latin typeface="Arial MT"/>
              </a:rPr>
              <a:t>integrado</a:t>
            </a:r>
            <a:r>
              <a:rPr lang="en-US" sz="2200" b="0" u="none" strike="noStrike" spc="119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45">
                <a:solidFill>
                  <a:srgbClr val="2F2F2F"/>
                </a:solidFill>
                <a:effectLst/>
                <a:uFillTx/>
                <a:latin typeface="Arial MT"/>
              </a:rPr>
              <a:t>ATmega256o,</a:t>
            </a:r>
            <a:r>
              <a:rPr lang="en-US" sz="2200" b="0" u="none" strike="noStrike" spc="11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6">
                <a:solidFill>
                  <a:srgbClr val="2F2F2F"/>
                </a:solidFill>
                <a:effectLst/>
                <a:uFillTx/>
                <a:latin typeface="Arial MT"/>
              </a:rPr>
              <a:t>un </a:t>
            </a:r>
            <a:r>
              <a:rPr lang="en-US" sz="2200" b="0" u="none" strike="noStrike" spc="-74">
                <a:solidFill>
                  <a:srgbClr val="313131"/>
                </a:solidFill>
                <a:effectLst/>
                <a:uFillTx/>
                <a:latin typeface="Arial MT"/>
              </a:rPr>
              <a:t>microcontrolador</a:t>
            </a:r>
            <a:r>
              <a:rPr lang="en-US" sz="2200" b="0" u="none" strike="noStrike" spc="-79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86">
                <a:solidFill>
                  <a:srgbClr val="343434"/>
                </a:solidFill>
                <a:effectLst/>
                <a:uFillTx/>
                <a:latin typeface="Arial MT"/>
              </a:rPr>
              <a:t>CMOS</a:t>
            </a:r>
            <a:r>
              <a:rPr lang="en-US" sz="2200" b="0" u="none" strike="noStrike" spc="31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0">
                <a:solidFill>
                  <a:srgbClr val="363636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11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64">
                <a:solidFill>
                  <a:srgbClr val="444444"/>
                </a:solidFill>
                <a:effectLst/>
                <a:uFillTx/>
                <a:latin typeface="Arial MT"/>
              </a:rPr>
              <a:t>8</a:t>
            </a:r>
            <a:r>
              <a:rPr lang="en-US" sz="2200" b="0" u="none" strike="noStrike" spc="-130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65">
                <a:solidFill>
                  <a:srgbClr val="343434"/>
                </a:solidFill>
                <a:effectLst/>
                <a:uFillTx/>
                <a:latin typeface="Arial MT"/>
              </a:rPr>
              <a:t>bits</a:t>
            </a:r>
            <a:r>
              <a:rPr lang="en-US" sz="2200" b="0" u="none" strike="noStrike" spc="-91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90">
                <a:solidFill>
                  <a:srgbClr val="242424"/>
                </a:solidFill>
                <a:effectLst/>
                <a:uFillTx/>
                <a:latin typeface="Arial MT"/>
              </a:rPr>
              <a:t>basado</a:t>
            </a:r>
            <a:r>
              <a:rPr lang="en-US" sz="2200" b="0" u="none" strike="noStrike" spc="11">
                <a:solidFill>
                  <a:srgbClr val="24242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>
                <a:solidFill>
                  <a:srgbClr val="313131"/>
                </a:solidFill>
                <a:effectLst/>
                <a:uFillTx/>
                <a:latin typeface="Arial MT"/>
              </a:rPr>
              <a:t>en</a:t>
            </a:r>
            <a:r>
              <a:rPr lang="en-US" sz="2200" b="0" u="none" strike="noStrike" spc="-105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>
                <a:solidFill>
                  <a:srgbClr val="343434"/>
                </a:solidFill>
                <a:effectLst/>
                <a:uFillTx/>
                <a:latin typeface="Arial MT"/>
              </a:rPr>
              <a:t>la</a:t>
            </a:r>
            <a:r>
              <a:rPr lang="en-US" sz="2200" b="0" u="none" strike="noStrike" spc="-99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85">
                <a:solidFill>
                  <a:srgbClr val="282828"/>
                </a:solidFill>
                <a:effectLst/>
                <a:uFillTx/>
                <a:latin typeface="Arial MT"/>
              </a:rPr>
              <a:t>arquitectura</a:t>
            </a:r>
            <a:r>
              <a:rPr lang="en-US" sz="2200" b="0" u="none" strike="noStrike" spc="130">
                <a:solidFill>
                  <a:srgbClr val="28282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408">
                <a:solidFill>
                  <a:srgbClr val="3B3B3B"/>
                </a:solidFill>
                <a:effectLst/>
                <a:uFillTx/>
                <a:latin typeface="Arial MT"/>
              </a:rPr>
              <a:t>AVR</a:t>
            </a:r>
            <a:r>
              <a:rPr lang="en-US" sz="2200" b="0" u="none" strike="noStrike" spc="20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81">
                <a:solidFill>
                  <a:srgbClr val="343434"/>
                </a:solidFill>
                <a:effectLst/>
                <a:uFillTx/>
                <a:latin typeface="Arial MT"/>
              </a:rPr>
              <a:t>RISC</a:t>
            </a:r>
            <a:r>
              <a:rPr lang="en-US" sz="2200" b="0" u="none" strike="noStrike" spc="6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6">
                <a:solidFill>
                  <a:srgbClr val="2A2A2A"/>
                </a:solidFill>
                <a:effectLst/>
                <a:uFillTx/>
                <a:latin typeface="Arial MT"/>
              </a:rPr>
              <a:t>optimizada.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5840" indent="-2520" algn="l">
              <a:lnSpc>
                <a:spcPct val="106000"/>
              </a:lnSpc>
              <a:spcBef>
                <a:spcPts val="1406"/>
              </a:spcBef>
              <a:buNone/>
              <a:tabLst>
                <a:tab pos="0" algn="l"/>
              </a:tabLst>
            </a:pPr>
            <a:r>
              <a:rPr lang="en-US" sz="2200" b="0" u="none" strike="noStrike" spc="-261">
                <a:solidFill>
                  <a:srgbClr val="3D3D3D"/>
                </a:solidFill>
                <a:effectLst/>
                <a:uFillTx/>
                <a:latin typeface="Arial MT"/>
              </a:rPr>
              <a:t>La</a:t>
            </a:r>
            <a:r>
              <a:rPr lang="en-US" sz="2200" b="0" u="none" strike="noStrike" spc="-71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9">
                <a:solidFill>
                  <a:srgbClr val="313131"/>
                </a:solidFill>
                <a:effectLst/>
                <a:uFillTx/>
                <a:latin typeface="Arial MT"/>
              </a:rPr>
              <a:t>adopción</a:t>
            </a:r>
            <a:r>
              <a:rPr lang="en-US" sz="2200" b="0" u="none" strike="noStrike" spc="-34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64">
                <a:solidFill>
                  <a:srgbClr val="383838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0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6">
                <a:solidFill>
                  <a:srgbClr val="2F2F2F"/>
                </a:solidFill>
                <a:effectLst/>
                <a:uFillTx/>
                <a:latin typeface="Arial MT"/>
              </a:rPr>
              <a:t>la</a:t>
            </a:r>
            <a:r>
              <a:rPr lang="en-US" sz="2200" b="0" u="none" strike="noStrike" spc="-20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74">
                <a:solidFill>
                  <a:srgbClr val="313131"/>
                </a:solidFill>
                <a:effectLst/>
                <a:uFillTx/>
                <a:latin typeface="Arial MT"/>
              </a:rPr>
              <a:t>Arquitectura</a:t>
            </a:r>
            <a:r>
              <a:rPr lang="en-US" sz="2200" b="0" u="none" strike="noStrike" spc="-79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6">
                <a:solidFill>
                  <a:srgbClr val="343434"/>
                </a:solidFill>
                <a:effectLst/>
                <a:uFillTx/>
                <a:latin typeface="Arial MT"/>
              </a:rPr>
              <a:t>Harvard</a:t>
            </a:r>
            <a:r>
              <a:rPr lang="en-US" sz="2200" b="0" u="none" strike="noStrike" spc="-54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65">
                <a:solidFill>
                  <a:srgbClr val="33415B"/>
                </a:solidFill>
                <a:effectLst/>
                <a:uFillTx/>
                <a:latin typeface="Arial MT"/>
              </a:rPr>
              <a:t>modificada</a:t>
            </a:r>
            <a:r>
              <a:rPr lang="en-US" sz="2200" b="0" u="none" strike="noStrike" spc="-6">
                <a:solidFill>
                  <a:srgbClr val="33415B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9">
                <a:solidFill>
                  <a:srgbClr val="343434"/>
                </a:solidFill>
                <a:effectLst/>
                <a:uFillTx/>
                <a:latin typeface="Arial MT"/>
              </a:rPr>
              <a:t>permite</a:t>
            </a:r>
            <a:r>
              <a:rPr lang="en-US" sz="2200" b="0" u="none" strike="noStrike" spc="11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64">
                <a:solidFill>
                  <a:srgbClr val="2F2F2F"/>
                </a:solidFill>
                <a:effectLst/>
                <a:uFillTx/>
                <a:latin typeface="Arial MT"/>
              </a:rPr>
              <a:t>que</a:t>
            </a:r>
            <a:r>
              <a:rPr lang="en-US" sz="2200" b="0" u="none" strike="noStrike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1">
                <a:solidFill>
                  <a:srgbClr val="383838"/>
                </a:solidFill>
                <a:effectLst/>
                <a:uFillTx/>
                <a:latin typeface="Arial MT"/>
              </a:rPr>
              <a:t>el</a:t>
            </a:r>
            <a:r>
              <a:rPr lang="en-US" sz="2200" b="0" u="none" strike="noStrike" spc="-65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">
                <a:solidFill>
                  <a:srgbClr val="2D2D2D"/>
                </a:solidFill>
                <a:effectLst/>
                <a:uFillTx/>
                <a:latin typeface="Arial MT"/>
              </a:rPr>
              <a:t>procesador </a:t>
            </a:r>
            <a:r>
              <a:rPr lang="en-US" sz="2200" b="0" u="none" strike="noStrike" spc="-139">
                <a:solidFill>
                  <a:srgbClr val="313131"/>
                </a:solidFill>
                <a:effectLst/>
                <a:uFillTx/>
                <a:latin typeface="Arial MT"/>
              </a:rPr>
              <a:t>acceda</a:t>
            </a:r>
            <a:r>
              <a:rPr lang="en-US" sz="2200" b="0" u="none" strike="noStrike" spc="-4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0">
                <a:solidFill>
                  <a:srgbClr val="313131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5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3">
                <a:solidFill>
                  <a:srgbClr val="363636"/>
                </a:solidFill>
                <a:effectLst/>
                <a:uFillTx/>
                <a:latin typeface="Arial MT"/>
              </a:rPr>
              <a:t>forma</a:t>
            </a:r>
            <a:r>
              <a:rPr lang="en-US" sz="2200" b="0" u="none" strike="noStrike" spc="-74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6">
                <a:solidFill>
                  <a:srgbClr val="2D2D2D"/>
                </a:solidFill>
                <a:effectLst/>
                <a:uFillTx/>
                <a:latin typeface="Arial MT"/>
              </a:rPr>
              <a:t>paralela</a:t>
            </a:r>
            <a:r>
              <a:rPr lang="en-US" sz="2200" b="0" u="none" strike="noStrike" spc="6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59">
                <a:solidFill>
                  <a:srgbClr val="38495D"/>
                </a:solidFill>
                <a:effectLst/>
                <a:uFillTx/>
                <a:latin typeface="Arial MT"/>
              </a:rPr>
              <a:t>y</a:t>
            </a:r>
            <a:r>
              <a:rPr lang="en-US" sz="2200" b="0" u="none" strike="noStrike" spc="-54">
                <a:solidFill>
                  <a:srgbClr val="38495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45">
                <a:solidFill>
                  <a:srgbClr val="262626"/>
                </a:solidFill>
                <a:effectLst/>
                <a:uFillTx/>
                <a:latin typeface="Arial MT"/>
              </a:rPr>
              <a:t>simultánea</a:t>
            </a:r>
            <a:r>
              <a:rPr lang="en-US" sz="2200" b="0" u="none" strike="noStrike" spc="6">
                <a:solidFill>
                  <a:srgbClr val="26262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44">
                <a:solidFill>
                  <a:srgbClr val="343434"/>
                </a:solidFill>
                <a:effectLst/>
                <a:uFillTx/>
                <a:latin typeface="Arial MT"/>
              </a:rPr>
              <a:t>a</a:t>
            </a:r>
            <a:r>
              <a:rPr lang="en-US" sz="2200" b="0" u="none" strike="noStrike" spc="-113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>
                <a:solidFill>
                  <a:srgbClr val="343434"/>
                </a:solidFill>
                <a:effectLst/>
                <a:uFillTx/>
                <a:latin typeface="Arial MT"/>
              </a:rPr>
              <a:t>la</a:t>
            </a:r>
            <a:r>
              <a:rPr lang="en-US" sz="2200" b="0" u="none" strike="noStrike" spc="-105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59">
                <a:solidFill>
                  <a:srgbClr val="363636"/>
                </a:solidFill>
                <a:effectLst/>
                <a:uFillTx/>
                <a:latin typeface="Arial MT"/>
              </a:rPr>
              <a:t>memoria</a:t>
            </a:r>
            <a:r>
              <a:rPr lang="en-US" sz="2200" b="0" u="none" strike="noStrike" spc="54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0">
                <a:solidFill>
                  <a:srgbClr val="383838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5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65">
                <a:solidFill>
                  <a:srgbClr val="232323"/>
                </a:solidFill>
                <a:effectLst/>
                <a:uFillTx/>
                <a:latin typeface="Arial MT"/>
              </a:rPr>
              <a:t>instrucciones</a:t>
            </a:r>
            <a:r>
              <a:rPr lang="en-US" sz="2200" b="0" u="none" strike="noStrike" spc="156">
                <a:solidFill>
                  <a:srgbClr val="23232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59">
                <a:solidFill>
                  <a:srgbClr val="3A3A3A"/>
                </a:solidFill>
                <a:effectLst/>
                <a:uFillTx/>
                <a:latin typeface="Arial MT"/>
              </a:rPr>
              <a:t>y</a:t>
            </a:r>
            <a:r>
              <a:rPr lang="en-US" sz="2200" b="0" u="none" strike="noStrike" spc="-125">
                <a:solidFill>
                  <a:srgbClr val="3A3A3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44">
                <a:solidFill>
                  <a:srgbClr val="3F3F3F"/>
                </a:solidFill>
                <a:effectLst/>
                <a:uFillTx/>
                <a:latin typeface="Arial MT"/>
              </a:rPr>
              <a:t>a</a:t>
            </a:r>
            <a:r>
              <a:rPr lang="en-US" sz="2200" b="0" u="none" strike="noStrike" spc="-113">
                <a:solidFill>
                  <a:srgbClr val="3F3F3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6">
                <a:solidFill>
                  <a:srgbClr val="3B3B3B"/>
                </a:solidFill>
                <a:effectLst/>
                <a:uFillTx/>
                <a:latin typeface="Arial MT"/>
              </a:rPr>
              <a:t>la </a:t>
            </a:r>
            <a:r>
              <a:rPr lang="en-US" sz="2200" b="0" u="none" strike="noStrike" spc="-159">
                <a:solidFill>
                  <a:srgbClr val="383838"/>
                </a:solidFill>
                <a:effectLst/>
                <a:uFillTx/>
                <a:latin typeface="Arial MT"/>
              </a:rPr>
              <a:t>memoria</a:t>
            </a:r>
            <a:r>
              <a:rPr lang="en-US" sz="2200" b="0" u="none" strike="noStrike" spc="6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0">
                <a:solidFill>
                  <a:srgbClr val="333333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34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>
                <a:solidFill>
                  <a:srgbClr val="2A2A2A"/>
                </a:solidFill>
                <a:effectLst/>
                <a:uFillTx/>
                <a:latin typeface="Arial MT"/>
              </a:rPr>
              <a:t>datos,</a:t>
            </a:r>
            <a:r>
              <a:rPr lang="en-US" sz="2200" b="0" u="none" strike="noStrike" spc="-45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>
                <a:solidFill>
                  <a:srgbClr val="262626"/>
                </a:solidFill>
                <a:effectLst/>
                <a:uFillTx/>
                <a:latin typeface="Arial MT"/>
              </a:rPr>
              <a:t>acelerando</a:t>
            </a:r>
            <a:r>
              <a:rPr lang="en-US" sz="2200" b="0" u="none" strike="noStrike" spc="-31">
                <a:solidFill>
                  <a:srgbClr val="26262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1">
                <a:solidFill>
                  <a:srgbClr val="2F2F2F"/>
                </a:solidFill>
                <a:effectLst/>
                <a:uFillTx/>
                <a:latin typeface="Arial MT"/>
              </a:rPr>
              <a:t>drásticamente</a:t>
            </a:r>
            <a:r>
              <a:rPr lang="en-US" sz="2200" b="0" u="none" strike="noStrike" spc="65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1">
                <a:solidFill>
                  <a:srgbClr val="363636"/>
                </a:solidFill>
                <a:effectLst/>
                <a:uFillTx/>
                <a:latin typeface="Arial MT"/>
              </a:rPr>
              <a:t>el</a:t>
            </a:r>
            <a:r>
              <a:rPr lang="en-US" sz="2200" b="0" u="none" strike="noStrike" spc="-65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0">
                <a:solidFill>
                  <a:srgbClr val="363636"/>
                </a:solidFill>
                <a:effectLst/>
                <a:uFillTx/>
                <a:latin typeface="Arial MT"/>
              </a:rPr>
              <a:t>ciclo</a:t>
            </a:r>
            <a:r>
              <a:rPr lang="en-US" sz="2200" b="0" u="none" strike="noStrike" spc="-85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64">
                <a:solidFill>
                  <a:srgbClr val="282828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0">
                <a:solidFill>
                  <a:srgbClr val="28282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79">
                <a:solidFill>
                  <a:srgbClr val="2F2F2F"/>
                </a:solidFill>
                <a:effectLst/>
                <a:uFillTx/>
                <a:latin typeface="Arial MT"/>
              </a:rPr>
              <a:t>ejecución</a:t>
            </a:r>
            <a:r>
              <a:rPr lang="en-US" sz="2200" b="0" u="none" strike="noStrike" spc="40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64">
                <a:solidFill>
                  <a:srgbClr val="343434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>
                <a:solidFill>
                  <a:srgbClr val="2F2F2F"/>
                </a:solidFill>
                <a:effectLst/>
                <a:uFillTx/>
                <a:latin typeface="Arial MT"/>
              </a:rPr>
              <a:t>la</a:t>
            </a:r>
            <a:r>
              <a:rPr lang="en-US" sz="2200" b="0" u="none" strike="noStrike" spc="-105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9">
                <a:solidFill>
                  <a:srgbClr val="2F2F2F"/>
                </a:solidFill>
                <a:effectLst/>
                <a:uFillTx/>
                <a:latin typeface="Arial MT"/>
              </a:rPr>
              <a:t>máquina </a:t>
            </a:r>
            <a:r>
              <a:rPr lang="en-US" sz="2200" b="0" u="none" strike="noStrike" spc="-164">
                <a:solidFill>
                  <a:srgbClr val="333333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34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0">
                <a:solidFill>
                  <a:srgbClr val="2F2F2F"/>
                </a:solidFill>
                <a:effectLst/>
                <a:uFillTx/>
                <a:latin typeface="Arial MT"/>
              </a:rPr>
              <a:t>estados.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1" name="object 7"/>
          <p:cNvSpPr/>
          <p:nvPr/>
        </p:nvSpPr>
        <p:spPr>
          <a:xfrm>
            <a:off x="11525040" y="4869360"/>
            <a:ext cx="3252240" cy="33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0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lang="en-US" sz="2050" b="0" u="none" strike="noStrike" spc="159">
                <a:solidFill>
                  <a:srgbClr val="03497E"/>
                </a:solidFill>
                <a:effectLst/>
                <a:uFillTx/>
                <a:latin typeface="Calibri"/>
              </a:rPr>
              <a:t>Distribución</a:t>
            </a:r>
            <a:r>
              <a:rPr lang="en-US" sz="2050" b="0" u="none" strike="noStrike" spc="-65">
                <a:solidFill>
                  <a:srgbClr val="03497E"/>
                </a:solidFill>
                <a:effectLst/>
                <a:uFillTx/>
                <a:latin typeface="Calibri"/>
              </a:rPr>
              <a:t> </a:t>
            </a:r>
            <a:r>
              <a:rPr lang="en-US" sz="2050" b="0" u="none" strike="noStrike" spc="204">
                <a:solidFill>
                  <a:srgbClr val="053869"/>
                </a:solidFill>
                <a:effectLst/>
                <a:uFillTx/>
                <a:latin typeface="Calibri"/>
              </a:rPr>
              <a:t>de</a:t>
            </a:r>
            <a:r>
              <a:rPr lang="en-US" sz="2050" b="0" u="none" strike="noStrike" spc="-14">
                <a:solidFill>
                  <a:srgbClr val="053869"/>
                </a:solidFill>
                <a:effectLst/>
                <a:uFillTx/>
                <a:latin typeface="Calibri"/>
              </a:rPr>
              <a:t> </a:t>
            </a:r>
            <a:r>
              <a:rPr lang="en-US" sz="2050" b="0" u="none" strike="noStrike" spc="159">
                <a:solidFill>
                  <a:srgbClr val="004490"/>
                </a:solidFill>
                <a:effectLst/>
                <a:uFillTx/>
                <a:latin typeface="Calibri"/>
              </a:rPr>
              <a:t>Memorias</a:t>
            </a:r>
            <a:endParaRPr lang="en-US" sz="2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object 8"/>
          <p:cNvSpPr/>
          <p:nvPr/>
        </p:nvSpPr>
        <p:spPr>
          <a:xfrm>
            <a:off x="16911720" y="1165320"/>
            <a:ext cx="1750320" cy="26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6"/>
              </a:spcBef>
              <a:tabLst>
                <a:tab pos="447840" algn="l"/>
              </a:tabLst>
            </a:pPr>
            <a:r>
              <a:rPr lang="en-US" sz="1550" b="0" u="none" strike="noStrike" spc="74">
                <a:solidFill>
                  <a:srgbClr val="0E2D79"/>
                </a:solidFill>
                <a:effectLst/>
                <a:uFillTx/>
                <a:latin typeface="Calibri"/>
              </a:rPr>
              <a:t>06.</a:t>
            </a:r>
            <a:r>
              <a:rPr lang="en-US" sz="1550" b="0" u="none" strike="noStrike">
                <a:solidFill>
                  <a:srgbClr val="0E2D79"/>
                </a:solidFill>
                <a:effectLst/>
                <a:uFillTx/>
                <a:latin typeface="Calibri"/>
              </a:rPr>
              <a:t>	</a:t>
            </a:r>
            <a:r>
              <a:rPr lang="en-US" sz="1550" b="0" u="none" strike="noStrike" spc="-11">
                <a:solidFill>
                  <a:srgbClr val="215289"/>
                </a:solidFill>
                <a:effectLst/>
                <a:uFillTx/>
                <a:latin typeface="Calibri"/>
              </a:rPr>
              <a:t>ARQUITECTURA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object 9"/>
          <p:cNvSpPr/>
          <p:nvPr/>
        </p:nvSpPr>
        <p:spPr>
          <a:xfrm>
            <a:off x="11841480" y="5381280"/>
            <a:ext cx="6466320" cy="258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7280" indent="-2520">
              <a:lnSpc>
                <a:spcPct val="12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800" b="0" u="none" strike="noStrike" spc="45">
                <a:solidFill>
                  <a:srgbClr val="464646"/>
                </a:solidFill>
                <a:effectLst/>
                <a:uFillTx/>
                <a:latin typeface="Arial MT"/>
              </a:rPr>
              <a:t>Memoria</a:t>
            </a:r>
            <a:r>
              <a:rPr lang="en-US" sz="1800" b="0" u="none" strike="noStrike" spc="99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Flash</a:t>
            </a:r>
            <a:r>
              <a:rPr lang="en-US" sz="1800" b="0" u="none" strike="noStrike" spc="20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65">
                <a:solidFill>
                  <a:srgbClr val="4D4D4D"/>
                </a:solidFill>
                <a:effectLst/>
                <a:uFillTx/>
                <a:latin typeface="Arial MT"/>
              </a:rPr>
              <a:t>(256</a:t>
            </a:r>
            <a:r>
              <a:rPr lang="en-US" sz="1800" b="0" u="none" strike="noStrike" spc="-11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Arial MT"/>
              </a:rPr>
              <a:t>KB):</a:t>
            </a:r>
            <a:r>
              <a:rPr lang="en-US" sz="1800" b="0" u="none" strike="noStrike" spc="-85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Destinada</a:t>
            </a:r>
            <a:r>
              <a:rPr lang="en-US" sz="1800" b="0" u="none" strike="noStrike" spc="156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5B6470"/>
                </a:solidFill>
                <a:effectLst/>
                <a:uFillTx/>
                <a:latin typeface="Arial MT"/>
              </a:rPr>
              <a:t>a</a:t>
            </a:r>
            <a:r>
              <a:rPr lang="en-US" sz="1800" b="0" u="none" strike="noStrike" spc="31">
                <a:solidFill>
                  <a:srgbClr val="5B6470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almacenar</a:t>
            </a:r>
            <a:r>
              <a:rPr lang="en-US" sz="1800" b="0" u="none" strike="noStrike" spc="99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545454"/>
                </a:solidFill>
                <a:effectLst/>
                <a:uFillTx/>
                <a:latin typeface="Arial MT"/>
              </a:rPr>
              <a:t>el</a:t>
            </a:r>
            <a:r>
              <a:rPr lang="en-US" sz="1800" b="0" u="none" strike="noStrike" spc="-85">
                <a:solidFill>
                  <a:srgbClr val="54545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505050"/>
                </a:solidFill>
                <a:effectLst/>
                <a:uFillTx/>
                <a:latin typeface="Arial MT"/>
              </a:rPr>
              <a:t>código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binario</a:t>
            </a:r>
            <a:r>
              <a:rPr lang="en-US" sz="1800" b="0" u="none" strike="noStrike" spc="11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del</a:t>
            </a:r>
            <a:r>
              <a:rPr lang="en-US" sz="1800" b="0" u="none" strike="noStrike" spc="-31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prog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rama</a:t>
            </a:r>
            <a:r>
              <a:rPr lang="en-US" sz="1800" b="0" u="none" strike="noStrike" spc="130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84848"/>
                </a:solidFill>
                <a:effectLst/>
                <a:uFillTx/>
                <a:latin typeface="Arial MT"/>
              </a:rPr>
              <a:t>principal</a:t>
            </a:r>
            <a:r>
              <a:rPr lang="en-US" sz="1800" b="0" u="none" strike="noStrike" spc="96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y</a:t>
            </a:r>
            <a:r>
              <a:rPr lang="en-US" sz="1800" b="0" u="none" strike="noStrike" spc="65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6B839A"/>
                </a:solidFill>
                <a:effectLst/>
                <a:uFillTx/>
                <a:latin typeface="Arial MT"/>
              </a:rPr>
              <a:t>las</a:t>
            </a:r>
            <a:r>
              <a:rPr lang="en-US" sz="1800" b="0" u="none" strike="noStrike" spc="-20">
                <a:solidFill>
                  <a:srgbClr val="6B839A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librerías</a:t>
            </a:r>
            <a:r>
              <a:rPr lang="en-US" sz="1800" b="0" u="none" strike="noStrike" spc="71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24242"/>
                </a:solidFill>
                <a:effectLst/>
                <a:uFillTx/>
                <a:latin typeface="Arial MT"/>
              </a:rPr>
              <a:t>del</a:t>
            </a:r>
            <a:r>
              <a:rPr lang="en-US" sz="1800" b="0" u="none" strike="noStrike" spc="-45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44444"/>
                </a:solidFill>
                <a:effectLst/>
                <a:uFillTx/>
                <a:latin typeface="Arial MT"/>
              </a:rPr>
              <a:t>compilador.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" indent="-1800">
              <a:lnSpc>
                <a:spcPct val="120000"/>
              </a:lnSpc>
              <a:spcBef>
                <a:spcPts val="989"/>
              </a:spcBef>
              <a:tabLst>
                <a:tab pos="0" algn="l"/>
              </a:tabLst>
            </a:pPr>
            <a:r>
              <a:rPr lang="en-US" sz="1800" b="0" u="none" strike="noStrike" spc="54">
                <a:solidFill>
                  <a:srgbClr val="3B3B3B"/>
                </a:solidFill>
                <a:effectLst/>
                <a:uFillTx/>
                <a:latin typeface="Arial MT"/>
              </a:rPr>
              <a:t>Memoria</a:t>
            </a:r>
            <a:r>
              <a:rPr lang="en-US" sz="1800" b="0" u="none" strike="noStrike" spc="45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566777"/>
                </a:solidFill>
                <a:effectLst/>
                <a:uFillTx/>
                <a:latin typeface="Arial MT"/>
              </a:rPr>
              <a:t>SRAM</a:t>
            </a:r>
            <a:r>
              <a:rPr lang="en-US" sz="1800" b="0" u="none" strike="noStrike" spc="45">
                <a:solidFill>
                  <a:srgbClr val="566777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54">
                <a:solidFill>
                  <a:srgbClr val="464646"/>
                </a:solidFill>
                <a:effectLst/>
                <a:uFillTx/>
                <a:latin typeface="Arial MT"/>
              </a:rPr>
              <a:t>(8</a:t>
            </a:r>
            <a:r>
              <a:rPr lang="en-US" sz="1800" b="0" u="none" strike="noStrike" spc="-51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14141"/>
                </a:solidFill>
                <a:effectLst/>
                <a:uFillTx/>
                <a:latin typeface="Arial MT"/>
              </a:rPr>
              <a:t>KB):</a:t>
            </a:r>
            <a:r>
              <a:rPr lang="en-US" sz="1800" b="0" u="none" strike="noStrike" spc="-20">
                <a:solidFill>
                  <a:srgbClr val="414141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Almacenamiento</a:t>
            </a:r>
            <a:r>
              <a:rPr lang="en-US" sz="1800" b="0" u="none" strike="noStrike" spc="-26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volátil</a:t>
            </a:r>
            <a:r>
              <a:rPr lang="en-US" sz="1800" b="0" u="none" strike="noStrike" spc="-40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para</a:t>
            </a:r>
            <a:r>
              <a:rPr lang="en-US" sz="1800" b="0" u="none" strike="noStrike" spc="111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64646"/>
                </a:solidFill>
                <a:effectLst/>
                <a:uFillTx/>
                <a:latin typeface="Arial MT"/>
              </a:rPr>
              <a:t>variables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globales,</a:t>
            </a:r>
            <a:r>
              <a:rPr lang="en-US" sz="1800" b="0" u="none" strike="noStrike" spc="119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40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control</a:t>
            </a:r>
            <a:r>
              <a:rPr lang="en-US" sz="1800" b="0" u="none" strike="noStrike" spc="119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24242"/>
                </a:solidFill>
                <a:effectLst/>
                <a:uFillTx/>
                <a:latin typeface="Arial MT"/>
              </a:rPr>
              <a:t>y</a:t>
            </a:r>
            <a:r>
              <a:rPr lang="en-US" sz="1800" b="0" u="none" strike="noStrike" spc="91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el</a:t>
            </a:r>
            <a:r>
              <a:rPr lang="en-US" sz="1800" b="0" u="none" strike="noStrike" spc="-6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buffer</a:t>
            </a:r>
            <a:r>
              <a:rPr lang="en-US" sz="1800" b="0" u="none" strike="noStrike" spc="150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54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6">
                <a:solidFill>
                  <a:srgbClr val="464646"/>
                </a:solidFill>
                <a:effectLst/>
                <a:uFillTx/>
                <a:latin typeface="Arial MT"/>
              </a:rPr>
              <a:t>log</a:t>
            </a:r>
            <a:r>
              <a:rPr lang="en-US" sz="1800" b="0" u="none" strike="noStrike" spc="-315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s</a:t>
            </a:r>
            <a:r>
              <a:rPr lang="en-US" sz="1800" b="0" u="none" strike="noStrike" spc="-26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en</a:t>
            </a:r>
            <a:r>
              <a:rPr lang="en-US" sz="1800" b="0" u="none" strike="noStrike" spc="-26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tiempo</a:t>
            </a:r>
            <a:r>
              <a:rPr lang="en-US" sz="1800" b="0" u="none" strike="noStrike" spc="51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45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84848"/>
                </a:solidFill>
                <a:effectLst/>
                <a:uFillTx/>
                <a:latin typeface="Arial MT"/>
              </a:rPr>
              <a:t>ejecución.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2520">
              <a:lnSpc>
                <a:spcPct val="120000"/>
              </a:lnSpc>
              <a:spcBef>
                <a:spcPts val="989"/>
              </a:spcBef>
              <a:tabLst>
                <a:tab pos="0" algn="l"/>
              </a:tabLst>
            </a:pPr>
            <a:r>
              <a:rPr lang="en-US" sz="1800" b="0" u="none" strike="noStrike" spc="45">
                <a:solidFill>
                  <a:srgbClr val="484848"/>
                </a:solidFill>
                <a:effectLst/>
                <a:uFillTx/>
                <a:latin typeface="Arial MT"/>
              </a:rPr>
              <a:t>Memoria</a:t>
            </a:r>
            <a:r>
              <a:rPr lang="en-US" sz="1800" b="0" u="none" strike="noStrike" spc="91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99">
                <a:solidFill>
                  <a:srgbClr val="494949"/>
                </a:solidFill>
                <a:effectLst/>
                <a:uFillTx/>
                <a:latin typeface="Arial MT"/>
              </a:rPr>
              <a:t>EEPROM</a:t>
            </a:r>
            <a:r>
              <a:rPr lang="en-US" sz="1800" b="0" u="none" strike="noStrike" spc="91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(4</a:t>
            </a:r>
            <a:r>
              <a:rPr lang="en-US" sz="1800" b="0" u="none" strike="noStrike" spc="170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5467"/>
                </a:solidFill>
                <a:effectLst/>
                <a:uFillTx/>
                <a:latin typeface="Arial MT"/>
              </a:rPr>
              <a:t>KB):</a:t>
            </a:r>
            <a:r>
              <a:rPr lang="en-US" sz="1800" b="0" u="none" strike="noStrike" spc="-99">
                <a:solidFill>
                  <a:srgbClr val="465467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Memoria</a:t>
            </a:r>
            <a:r>
              <a:rPr lang="en-US" sz="1800" b="0" u="none" strike="noStrike" spc="111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6B7C95"/>
                </a:solidFill>
                <a:effectLst/>
                <a:uFillTx/>
                <a:latin typeface="Arial MT"/>
              </a:rPr>
              <a:t>no</a:t>
            </a:r>
            <a:r>
              <a:rPr lang="en-US" sz="1800" b="0" u="none" strike="noStrike" spc="-54">
                <a:solidFill>
                  <a:srgbClr val="6B7C95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volátil</a:t>
            </a:r>
            <a:r>
              <a:rPr lang="en-US" sz="1800" b="0" u="none" strike="noStrike" spc="-51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utilizada</a:t>
            </a:r>
            <a:r>
              <a:rPr lang="en-US" sz="1800" b="0" u="none" strike="noStrike" spc="99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0">
                <a:solidFill>
                  <a:srgbClr val="494949"/>
                </a:solidFill>
                <a:effectLst/>
                <a:uFillTx/>
                <a:latin typeface="Arial MT"/>
              </a:rPr>
              <a:t>para </a:t>
            </a:r>
            <a:r>
              <a:rPr lang="en-US" sz="1800" b="0" u="none" strike="noStrike">
                <a:solidFill>
                  <a:srgbClr val="506677"/>
                </a:solidFill>
                <a:effectLst/>
                <a:uFillTx/>
                <a:latin typeface="Arial MT"/>
              </a:rPr>
              <a:t>g</a:t>
            </a:r>
            <a:r>
              <a:rPr lang="en-US" sz="1800" b="0" u="none" strike="noStrike">
                <a:solidFill>
                  <a:srgbClr val="424242"/>
                </a:solidFill>
                <a:effectLst/>
                <a:uFillTx/>
                <a:latin typeface="Arial MT"/>
              </a:rPr>
              <a:t>uardar</a:t>
            </a:r>
            <a:r>
              <a:rPr lang="en-US" sz="1800" b="0" u="none" strike="noStrike" spc="119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de </a:t>
            </a:r>
            <a:r>
              <a:rPr lang="en-US" sz="1800" b="0" u="none" strike="noStrike" spc="-11">
                <a:solidFill>
                  <a:srgbClr val="484848"/>
                </a:solidFill>
                <a:effectLst/>
                <a:uFillTx/>
                <a:latin typeface="Arial MT"/>
              </a:rPr>
              <a:t>manera</a:t>
            </a:r>
            <a:r>
              <a:rPr lang="en-US" sz="1800" b="0" u="none" strike="noStrike" spc="170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B3B3B"/>
                </a:solidFill>
                <a:effectLst/>
                <a:uFillTx/>
                <a:latin typeface="Arial MT"/>
              </a:rPr>
              <a:t>persistente</a:t>
            </a:r>
            <a:r>
              <a:rPr lang="en-US" sz="1800" b="0" u="none" strike="noStrike" spc="96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los</a:t>
            </a:r>
            <a:r>
              <a:rPr lang="en-US" sz="1800" b="0" u="none" strike="noStrike" spc="-31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Arial MT"/>
              </a:rPr>
              <a:t>umbrales</a:t>
            </a:r>
            <a:r>
              <a:rPr lang="en-US" sz="1800" b="0" u="none" strike="noStrike" spc="45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14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44444"/>
                </a:solidFill>
                <a:effectLst/>
                <a:uFillTx/>
                <a:latin typeface="Arial MT"/>
              </a:rPr>
              <a:t>configuración </a:t>
            </a:r>
            <a:r>
              <a:rPr lang="en-US" sz="1800" b="0" u="none" strike="noStrike" spc="-11">
                <a:solidFill>
                  <a:srgbClr val="494949"/>
                </a:solidFill>
                <a:effectLst/>
                <a:uFillTx/>
                <a:latin typeface="Arial MT"/>
              </a:rPr>
              <a:t>térmica.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32B0EC55-D6B5-406A-AC6C-5FE118668FFC}"/>
              </a:ext>
            </a:extLst>
          </p:cNvPr>
          <p:cNvSpPr/>
          <p:nvPr/>
        </p:nvSpPr>
        <p:spPr>
          <a:xfrm>
            <a:off x="6366240" y="5575680"/>
            <a:ext cx="1915920" cy="1915920"/>
          </a:xfrm>
          <a:prstGeom prst="ellipse">
            <a:avLst/>
          </a:prstGeom>
          <a:solidFill>
            <a:srgbClr val="FFFFC5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34" name="object 2"/>
          <p:cNvPicPr/>
          <p:nvPr/>
        </p:nvPicPr>
        <p:blipFill>
          <a:blip r:embed="rId2"/>
          <a:stretch/>
        </p:blipFill>
        <p:spPr>
          <a:xfrm>
            <a:off x="1908360" y="5575680"/>
            <a:ext cx="1908000" cy="191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object 3"/>
          <p:cNvPicPr/>
          <p:nvPr/>
        </p:nvPicPr>
        <p:blipFill>
          <a:blip r:embed="rId3"/>
          <a:stretch/>
        </p:blipFill>
        <p:spPr>
          <a:xfrm>
            <a:off x="11496960" y="5575680"/>
            <a:ext cx="1915920" cy="191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object 4"/>
          <p:cNvPicPr/>
          <p:nvPr/>
        </p:nvPicPr>
        <p:blipFill>
          <a:blip r:embed="rId4"/>
          <a:stretch/>
        </p:blipFill>
        <p:spPr>
          <a:xfrm>
            <a:off x="16287480" y="5575680"/>
            <a:ext cx="1915920" cy="191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object 5"/>
          <p:cNvPicPr/>
          <p:nvPr/>
        </p:nvPicPr>
        <p:blipFill>
          <a:blip r:embed="rId5"/>
          <a:stretch/>
        </p:blipFill>
        <p:spPr>
          <a:xfrm>
            <a:off x="0" y="0"/>
            <a:ext cx="20103840" cy="12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220400" y="857520"/>
            <a:ext cx="13772880" cy="771840"/>
          </a:xfrm>
          <a:prstGeom prst="rect">
            <a:avLst/>
          </a:prstGeom>
          <a:noFill/>
          <a:ln w="0">
            <a:noFill/>
          </a:ln>
        </p:spPr>
        <p:txBody>
          <a:bodyPr lIns="0" tIns="12240" rIns="0" bIns="0" anchor="t">
            <a:spAutoFit/>
          </a:bodyPr>
          <a:lstStyle/>
          <a:p>
            <a:pPr marL="1908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4900" b="0" u="none" strike="noStrike" spc="-224" dirty="0" err="1">
                <a:solidFill>
                  <a:srgbClr val="053D89"/>
                </a:solidFill>
                <a:effectLst/>
                <a:uFillTx/>
                <a:latin typeface="Arial MT"/>
              </a:rPr>
              <a:t>Diseño</a:t>
            </a:r>
            <a:r>
              <a:rPr lang="en-US" sz="4900" b="0" u="none" strike="noStrike" spc="-224" dirty="0">
                <a:solidFill>
                  <a:srgbClr val="053D89"/>
                </a:solidFill>
                <a:effectLst/>
                <a:uFillTx/>
                <a:latin typeface="Arial MT"/>
              </a:rPr>
              <a:t> de la </a:t>
            </a:r>
            <a:r>
              <a:rPr lang="en-US" sz="4900" b="0" u="none" strike="noStrike" spc="-224" dirty="0" err="1">
                <a:solidFill>
                  <a:srgbClr val="053D89"/>
                </a:solidFill>
                <a:effectLst/>
                <a:uFillTx/>
                <a:latin typeface="Arial MT"/>
              </a:rPr>
              <a:t>Maquina</a:t>
            </a:r>
            <a:r>
              <a:rPr lang="en-US" sz="4900" b="0" u="none" strike="noStrike" spc="-224" dirty="0">
                <a:solidFill>
                  <a:srgbClr val="053D89"/>
                </a:solidFill>
                <a:effectLst/>
                <a:uFillTx/>
                <a:latin typeface="Arial MT"/>
              </a:rPr>
              <a:t> de </a:t>
            </a:r>
            <a:r>
              <a:rPr lang="en-US" sz="4900" b="0" u="none" strike="noStrike" spc="-224" dirty="0" err="1">
                <a:solidFill>
                  <a:srgbClr val="053D89"/>
                </a:solidFill>
                <a:effectLst/>
                <a:uFillTx/>
                <a:latin typeface="Arial MT"/>
              </a:rPr>
              <a:t>Estados</a:t>
            </a:r>
            <a:r>
              <a:rPr lang="en-US" sz="4900" b="0" u="none" strike="noStrike" spc="-224" dirty="0">
                <a:solidFill>
                  <a:srgbClr val="053D89"/>
                </a:solidFill>
                <a:effectLst/>
                <a:uFillTx/>
                <a:latin typeface="Arial MT"/>
              </a:rPr>
              <a:t> </a:t>
            </a:r>
            <a:r>
              <a:rPr lang="en-US" sz="4900" b="0" u="none" strike="noStrike" spc="-224" dirty="0" err="1">
                <a:solidFill>
                  <a:srgbClr val="053D89"/>
                </a:solidFill>
                <a:effectLst/>
                <a:uFillTx/>
                <a:latin typeface="Arial MT"/>
              </a:rPr>
              <a:t>Finitos</a:t>
            </a:r>
            <a:r>
              <a:rPr lang="en-US" sz="4900" b="0" u="none" strike="noStrike" spc="-224" dirty="0">
                <a:solidFill>
                  <a:srgbClr val="053D89"/>
                </a:solidFill>
                <a:effectLst/>
                <a:uFillTx/>
                <a:latin typeface="Arial MT"/>
              </a:rPr>
              <a:t> </a:t>
            </a:r>
            <a:endParaRPr lang="en-US" sz="49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9" name="object 7"/>
          <p:cNvSpPr/>
          <p:nvPr/>
        </p:nvSpPr>
        <p:spPr>
          <a:xfrm>
            <a:off x="17349840" y="1148760"/>
            <a:ext cx="1310400" cy="28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8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US" sz="1650" b="0" u="none" strike="noStrike">
                <a:solidFill>
                  <a:srgbClr val="BCDFFF"/>
                </a:solidFill>
                <a:effectLst/>
                <a:uFillTx/>
                <a:latin typeface="Arial MT"/>
              </a:rPr>
              <a:t>07.</a:t>
            </a:r>
            <a:r>
              <a:rPr lang="en-US" sz="1650" b="0" u="none" strike="noStrike" spc="74">
                <a:solidFill>
                  <a:srgbClr val="BCDFFF"/>
                </a:solidFill>
                <a:effectLst/>
                <a:uFillTx/>
                <a:latin typeface="Arial MT"/>
              </a:rPr>
              <a:t>  </a:t>
            </a:r>
            <a:r>
              <a:rPr lang="en-US" sz="1650" b="0" u="none" strike="noStrike" spc="-210">
                <a:solidFill>
                  <a:srgbClr val="3166A0"/>
                </a:solidFill>
                <a:effectLst/>
                <a:uFillTx/>
                <a:latin typeface="Arial MT"/>
              </a:rPr>
              <a:t>FIRH¥IARE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object 8"/>
          <p:cNvSpPr/>
          <p:nvPr/>
        </p:nvSpPr>
        <p:spPr>
          <a:xfrm>
            <a:off x="1237680" y="4307040"/>
            <a:ext cx="17498160" cy="74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6560" indent="-4320">
              <a:lnSpc>
                <a:spcPct val="107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2200" b="0" u="none" strike="noStrike" spc="-235" dirty="0">
                <a:solidFill>
                  <a:srgbClr val="24414B"/>
                </a:solidFill>
                <a:effectLst/>
                <a:uFillTx/>
                <a:latin typeface="Arial MT"/>
              </a:rPr>
              <a:t>El</a:t>
            </a:r>
            <a:r>
              <a:rPr lang="en-US" sz="2200" b="0" u="none" strike="noStrike" dirty="0">
                <a:solidFill>
                  <a:srgbClr val="24414B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1" dirty="0">
                <a:solidFill>
                  <a:srgbClr val="383838"/>
                </a:solidFill>
                <a:effectLst/>
                <a:uFillTx/>
                <a:latin typeface="Arial MT"/>
              </a:rPr>
              <a:t>firmware</a:t>
            </a:r>
            <a:r>
              <a:rPr lang="en-US" sz="2200" b="0" u="none" strike="noStrike" spc="-65" dirty="0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9" dirty="0" err="1">
                <a:solidFill>
                  <a:srgbClr val="2A2A2A"/>
                </a:solidFill>
                <a:effectLst/>
                <a:uFillTx/>
                <a:latin typeface="Arial MT"/>
              </a:rPr>
              <a:t>ejecuta</a:t>
            </a:r>
            <a:r>
              <a:rPr lang="en-US" sz="2200" b="0" u="none" strike="noStrike" spc="-20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81" dirty="0">
                <a:solidFill>
                  <a:srgbClr val="313131"/>
                </a:solidFill>
                <a:effectLst/>
                <a:uFillTx/>
                <a:latin typeface="Arial MT"/>
              </a:rPr>
              <a:t>una</a:t>
            </a:r>
            <a:r>
              <a:rPr lang="en-US" sz="2200" b="0" u="none" strike="noStrike" spc="-105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3" dirty="0" err="1">
                <a:solidFill>
                  <a:srgbClr val="2B3D54"/>
                </a:solidFill>
                <a:effectLst/>
                <a:uFillTx/>
                <a:latin typeface="Arial MT"/>
              </a:rPr>
              <a:t>Máquina</a:t>
            </a:r>
            <a:r>
              <a:rPr lang="en-US" sz="2200" b="0" u="none" strike="noStrike" spc="45" dirty="0">
                <a:solidFill>
                  <a:srgbClr val="2B3D5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0" dirty="0">
                <a:solidFill>
                  <a:srgbClr val="313131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145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 dirty="0" err="1">
                <a:solidFill>
                  <a:srgbClr val="343434"/>
                </a:solidFill>
                <a:effectLst/>
                <a:uFillTx/>
                <a:latin typeface="Arial MT"/>
              </a:rPr>
              <a:t>Estados</a:t>
            </a:r>
            <a:r>
              <a:rPr lang="en-US" sz="2200" b="0" u="none" strike="noStrike" spc="-119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79" dirty="0" err="1">
                <a:solidFill>
                  <a:srgbClr val="343434"/>
                </a:solidFill>
                <a:effectLst/>
                <a:uFillTx/>
                <a:latin typeface="Arial MT"/>
              </a:rPr>
              <a:t>Finitos</a:t>
            </a:r>
            <a:r>
              <a:rPr lang="en-US" sz="2200" b="0" u="none" strike="noStrike" spc="-26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56" dirty="0">
                <a:solidFill>
                  <a:srgbClr val="313131"/>
                </a:solidFill>
                <a:effectLst/>
                <a:uFillTx/>
                <a:latin typeface="Arial MT"/>
              </a:rPr>
              <a:t>(FSM)</a:t>
            </a:r>
            <a:r>
              <a:rPr lang="en-US" sz="2200" b="0" u="none" strike="noStrike" spc="71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05" dirty="0" err="1">
                <a:solidFill>
                  <a:srgbClr val="2B2B2B"/>
                </a:solidFill>
                <a:effectLst/>
                <a:uFillTx/>
                <a:latin typeface="Arial MT"/>
              </a:rPr>
              <a:t>estructurada</a:t>
            </a:r>
            <a:r>
              <a:rPr lang="en-US" sz="2200" b="0" u="none" strike="noStrike" spc="45" dirty="0">
                <a:solidFill>
                  <a:srgbClr val="2B2B2B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6" dirty="0">
                <a:solidFill>
                  <a:srgbClr val="415060"/>
                </a:solidFill>
                <a:effectLst/>
                <a:uFillTx/>
                <a:latin typeface="Arial MT"/>
              </a:rPr>
              <a:t>para</a:t>
            </a:r>
            <a:r>
              <a:rPr lang="en-US" sz="2200" b="0" u="none" strike="noStrike" spc="-54" dirty="0">
                <a:solidFill>
                  <a:srgbClr val="415060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74" dirty="0" err="1">
                <a:solidFill>
                  <a:srgbClr val="2F2F2F"/>
                </a:solidFill>
                <a:effectLst/>
                <a:uFillTx/>
                <a:latin typeface="Arial MT"/>
              </a:rPr>
              <a:t>controlar</a:t>
            </a:r>
            <a:r>
              <a:rPr lang="en-US" sz="2200" b="0" u="none" strike="noStrike" spc="79" dirty="0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0" dirty="0">
                <a:solidFill>
                  <a:srgbClr val="343434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5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84" dirty="0" err="1">
                <a:solidFill>
                  <a:srgbClr val="2B2B2B"/>
                </a:solidFill>
                <a:effectLst/>
                <a:uFillTx/>
                <a:latin typeface="Arial MT"/>
              </a:rPr>
              <a:t>manera</a:t>
            </a:r>
            <a:r>
              <a:rPr lang="en-US" sz="2200" b="0" u="none" strike="noStrike" spc="-20" dirty="0">
                <a:solidFill>
                  <a:srgbClr val="2B2B2B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85" dirty="0" err="1">
                <a:solidFill>
                  <a:srgbClr val="232323"/>
                </a:solidFill>
                <a:effectLst/>
                <a:uFillTx/>
                <a:latin typeface="Arial MT"/>
              </a:rPr>
              <a:t>lógica</a:t>
            </a:r>
            <a:r>
              <a:rPr lang="en-US" sz="2200" b="0" u="none" strike="noStrike" spc="-34" dirty="0">
                <a:solidFill>
                  <a:srgbClr val="23232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59" dirty="0">
                <a:solidFill>
                  <a:srgbClr val="363636"/>
                </a:solidFill>
                <a:effectLst/>
                <a:uFillTx/>
                <a:latin typeface="Arial MT"/>
              </a:rPr>
              <a:t>y</a:t>
            </a:r>
            <a:r>
              <a:rPr lang="en-US" sz="2200" b="0" u="none" strike="noStrike" spc="-113" dirty="0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9" dirty="0" err="1">
                <a:solidFill>
                  <a:srgbClr val="2D2D2D"/>
                </a:solidFill>
                <a:effectLst/>
                <a:uFillTx/>
                <a:latin typeface="Arial MT"/>
              </a:rPr>
              <a:t>secuencial</a:t>
            </a:r>
            <a:r>
              <a:rPr lang="en-US" sz="2200" b="0" u="none" strike="noStrike" spc="85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1" dirty="0" err="1">
                <a:solidFill>
                  <a:srgbClr val="3A3A3A"/>
                </a:solidFill>
                <a:effectLst/>
                <a:uFillTx/>
                <a:latin typeface="Arial MT"/>
              </a:rPr>
              <a:t>el</a:t>
            </a:r>
            <a:r>
              <a:rPr lang="en-US" sz="2200" b="0" u="none" strike="noStrike" spc="-65" dirty="0">
                <a:solidFill>
                  <a:srgbClr val="3A3A3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1" dirty="0" err="1">
                <a:solidFill>
                  <a:srgbClr val="232323"/>
                </a:solidFill>
                <a:effectLst/>
                <a:uFillTx/>
                <a:latin typeface="Arial MT"/>
              </a:rPr>
              <a:t>comportamiento</a:t>
            </a:r>
            <a:r>
              <a:rPr lang="en-US" sz="2200" b="0" u="none" strike="noStrike" spc="-79" dirty="0">
                <a:solidFill>
                  <a:srgbClr val="23232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64" dirty="0">
                <a:solidFill>
                  <a:srgbClr val="2D2D2D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0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 dirty="0">
                <a:solidFill>
                  <a:srgbClr val="2F2F2F"/>
                </a:solidFill>
                <a:effectLst/>
                <a:uFillTx/>
                <a:latin typeface="Arial MT"/>
              </a:rPr>
              <a:t>las</a:t>
            </a:r>
            <a:r>
              <a:rPr lang="en-US" sz="2200" b="0" u="none" strike="noStrike" spc="-79" dirty="0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3" dirty="0" err="1">
                <a:solidFill>
                  <a:srgbClr val="2B2B2B"/>
                </a:solidFill>
                <a:effectLst/>
                <a:uFillTx/>
                <a:latin typeface="Arial MT"/>
              </a:rPr>
              <a:t>alertas</a:t>
            </a:r>
            <a:r>
              <a:rPr lang="en-US" sz="2200" b="0" u="none" strike="noStrike" spc="-113" dirty="0">
                <a:solidFill>
                  <a:srgbClr val="2B2B2B"/>
                </a:solidFill>
                <a:effectLst/>
                <a:uFillTx/>
                <a:latin typeface="Arial MT"/>
              </a:rPr>
              <a:t>.</a:t>
            </a:r>
            <a:r>
              <a:rPr lang="en-US" sz="2200" b="0" u="none" strike="noStrike" spc="-99" dirty="0">
                <a:solidFill>
                  <a:srgbClr val="2B2B2B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0" dirty="0" err="1">
                <a:solidFill>
                  <a:srgbClr val="313131"/>
                </a:solidFill>
                <a:effectLst/>
                <a:uFillTx/>
                <a:latin typeface="Arial MT"/>
              </a:rPr>
              <a:t>Esto</a:t>
            </a:r>
            <a:r>
              <a:rPr lang="en-US" sz="2200" b="0" u="none" strike="noStrike" spc="-20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3" dirty="0" err="1">
                <a:solidFill>
                  <a:srgbClr val="282828"/>
                </a:solidFill>
                <a:effectLst/>
                <a:uFillTx/>
                <a:latin typeface="Arial MT"/>
              </a:rPr>
              <a:t>evita</a:t>
            </a:r>
            <a:r>
              <a:rPr lang="en-US" sz="2200" b="0" u="none" strike="noStrike" spc="-74" dirty="0">
                <a:solidFill>
                  <a:srgbClr val="28282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 dirty="0">
                <a:solidFill>
                  <a:srgbClr val="383838"/>
                </a:solidFill>
                <a:effectLst/>
                <a:uFillTx/>
                <a:latin typeface="Arial MT"/>
              </a:rPr>
              <a:t>la</a:t>
            </a:r>
            <a:r>
              <a:rPr lang="en-US" sz="2200" b="0" u="none" strike="noStrike" spc="-99" dirty="0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9" dirty="0" err="1">
                <a:solidFill>
                  <a:srgbClr val="2F2F2F"/>
                </a:solidFill>
                <a:effectLst/>
                <a:uFillTx/>
                <a:latin typeface="Arial MT"/>
              </a:rPr>
              <a:t>activación</a:t>
            </a:r>
            <a:r>
              <a:rPr lang="en-US" sz="2200" b="0" u="none" strike="noStrike" spc="-54" dirty="0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3" dirty="0" err="1">
                <a:solidFill>
                  <a:srgbClr val="2A2A2A"/>
                </a:solidFill>
                <a:effectLst/>
                <a:uFillTx/>
                <a:latin typeface="Arial MT"/>
              </a:rPr>
              <a:t>intempestiva</a:t>
            </a:r>
            <a:r>
              <a:rPr lang="en-US" sz="2200" b="0" u="none" strike="noStrike" spc="40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64" dirty="0">
                <a:solidFill>
                  <a:srgbClr val="343434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0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64" dirty="0" err="1">
                <a:solidFill>
                  <a:srgbClr val="2D2D2D"/>
                </a:solidFill>
                <a:effectLst/>
                <a:uFillTx/>
                <a:latin typeface="Arial MT"/>
              </a:rPr>
              <a:t>alarmas</a:t>
            </a:r>
            <a:r>
              <a:rPr lang="en-US" sz="2200" b="0" u="none" strike="noStrike" spc="40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50" dirty="0" err="1">
                <a:solidFill>
                  <a:srgbClr val="262626"/>
                </a:solidFill>
                <a:effectLst/>
                <a:uFillTx/>
                <a:latin typeface="Arial MT"/>
              </a:rPr>
              <a:t>sonoras</a:t>
            </a:r>
            <a:r>
              <a:rPr lang="en-US" sz="2200" b="0" u="none" strike="noStrike" spc="-6" dirty="0">
                <a:solidFill>
                  <a:srgbClr val="26262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6" dirty="0" err="1">
                <a:solidFill>
                  <a:srgbClr val="2A2A2A"/>
                </a:solidFill>
                <a:effectLst/>
                <a:uFillTx/>
                <a:latin typeface="Arial MT"/>
              </a:rPr>
              <a:t>mediante</a:t>
            </a:r>
            <a:r>
              <a:rPr lang="en-US" sz="2200" b="0" u="none" strike="noStrike" spc="145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9" dirty="0" err="1">
                <a:solidFill>
                  <a:srgbClr val="2B2B2B"/>
                </a:solidFill>
                <a:effectLst/>
                <a:uFillTx/>
                <a:latin typeface="Arial MT"/>
              </a:rPr>
              <a:t>validación</a:t>
            </a:r>
            <a:r>
              <a:rPr lang="en-US" sz="2200" b="0" u="none" strike="noStrike" spc="20" dirty="0">
                <a:solidFill>
                  <a:srgbClr val="2B2B2B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9" dirty="0">
                <a:solidFill>
                  <a:srgbClr val="313131"/>
                </a:solidFill>
                <a:effectLst/>
                <a:uFillTx/>
                <a:latin typeface="Arial MT"/>
              </a:rPr>
              <a:t>temporal</a:t>
            </a:r>
            <a:r>
              <a:rPr lang="en-US" sz="2200" b="0" u="none" strike="noStrike" spc="91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64" dirty="0">
                <a:solidFill>
                  <a:srgbClr val="313131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0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" dirty="0" err="1">
                <a:solidFill>
                  <a:srgbClr val="2A2A2A"/>
                </a:solidFill>
                <a:effectLst/>
                <a:uFillTx/>
                <a:latin typeface="Arial MT"/>
              </a:rPr>
              <a:t>umbrales</a:t>
            </a:r>
            <a:r>
              <a:rPr lang="en-US" sz="2200" b="0" u="none" strike="noStrike" spc="-11" dirty="0">
                <a:solidFill>
                  <a:srgbClr val="2A2A2A"/>
                </a:solidFill>
                <a:effectLst/>
                <a:uFillTx/>
                <a:latin typeface="Arial MT"/>
              </a:rPr>
              <a:t>.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object 9"/>
          <p:cNvSpPr/>
          <p:nvPr/>
        </p:nvSpPr>
        <p:spPr>
          <a:xfrm>
            <a:off x="6690960" y="6295680"/>
            <a:ext cx="130968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4040" algn="ctr">
              <a:lnSpc>
                <a:spcPts val="2095"/>
              </a:lnSpc>
              <a:spcBef>
                <a:spcPts val="99"/>
              </a:spcBef>
            </a:pPr>
            <a:r>
              <a:rPr lang="en-US" sz="1800" b="0" u="none" strike="noStrike" spc="-264" dirty="0">
                <a:solidFill>
                  <a:srgbClr val="99561C"/>
                </a:solidFill>
                <a:effectLst/>
                <a:uFillTx/>
                <a:latin typeface="Arial MT"/>
              </a:rPr>
              <a:t>PREALERTA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1434"/>
              </a:lnSpc>
            </a:pPr>
            <a:r>
              <a:rPr lang="en-US" sz="1250" b="0" u="none" strike="noStrike" spc="-111" dirty="0">
                <a:solidFill>
                  <a:srgbClr val="D6AFAA"/>
                </a:solidFill>
                <a:effectLst/>
                <a:uFillTx/>
                <a:latin typeface="Arial MT"/>
              </a:rPr>
              <a:t>LED</a:t>
            </a:r>
            <a:r>
              <a:rPr lang="en-US" sz="1250" b="0" u="none" strike="noStrike" spc="40" dirty="0">
                <a:solidFill>
                  <a:srgbClr val="D6AFAA"/>
                </a:solidFill>
                <a:effectLst/>
                <a:uFillTx/>
                <a:latin typeface="Arial MT"/>
              </a:rPr>
              <a:t> </a:t>
            </a:r>
            <a:r>
              <a:rPr lang="en-US" sz="1250" b="0" u="none" strike="noStrike" spc="-65" dirty="0">
                <a:solidFill>
                  <a:srgbClr val="AEAEAE"/>
                </a:solidFill>
                <a:effectLst/>
                <a:uFillTx/>
                <a:latin typeface="Arial MT"/>
              </a:rPr>
              <a:t>Amarillo</a:t>
            </a:r>
            <a:r>
              <a:rPr lang="en-US" sz="1250" b="0" u="none" strike="noStrike" spc="-26" dirty="0">
                <a:solidFill>
                  <a:srgbClr val="AEAEAE"/>
                </a:solidFill>
                <a:effectLst/>
                <a:uFillTx/>
                <a:latin typeface="Arial MT"/>
              </a:rPr>
              <a:t> </a:t>
            </a:r>
            <a:r>
              <a:rPr lang="en-US" sz="1250" b="0" u="none" strike="noStrike" spc="-26" dirty="0" err="1">
                <a:solidFill>
                  <a:srgbClr val="B1B1B1"/>
                </a:solidFill>
                <a:effectLst/>
                <a:uFillTx/>
                <a:latin typeface="Arial MT"/>
              </a:rPr>
              <a:t>Interm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object 10"/>
          <p:cNvSpPr/>
          <p:nvPr/>
        </p:nvSpPr>
        <p:spPr>
          <a:xfrm>
            <a:off x="1728360" y="7901280"/>
            <a:ext cx="16570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 spc="-65" dirty="0" err="1">
                <a:solidFill>
                  <a:srgbClr val="93A3BA"/>
                </a:solidFill>
                <a:effectLst/>
                <a:uFillTx/>
                <a:latin typeface="Arial MT"/>
              </a:rPr>
              <a:t>Mantenimiento</a:t>
            </a:r>
            <a:r>
              <a:rPr lang="en-US" sz="1900" b="0" u="none" strike="noStrike" spc="-65" dirty="0">
                <a:solidFill>
                  <a:srgbClr val="93A3BA"/>
                </a:solidFill>
                <a:effectLst/>
                <a:uFillTx/>
                <a:latin typeface="Arial MT"/>
              </a:rPr>
              <a:t>:</a:t>
            </a:r>
            <a:r>
              <a:rPr lang="en-US" sz="1900" b="0" u="none" strike="noStrike" spc="-71" dirty="0">
                <a:solidFill>
                  <a:srgbClr val="93A3BA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9" dirty="0" err="1">
                <a:solidFill>
                  <a:srgbClr val="4B4B4B"/>
                </a:solidFill>
                <a:effectLst/>
                <a:uFillTx/>
                <a:latin typeface="Arial MT"/>
              </a:rPr>
              <a:t>Permite</a:t>
            </a:r>
            <a:r>
              <a:rPr lang="en-US" sz="1900" b="0" u="none" strike="noStrike" spc="-11" dirty="0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1" dirty="0" err="1">
                <a:solidFill>
                  <a:srgbClr val="505050"/>
                </a:solidFill>
                <a:effectLst/>
                <a:uFillTx/>
                <a:latin typeface="Arial MT"/>
              </a:rPr>
              <a:t>pausar</a:t>
            </a:r>
            <a:r>
              <a:rPr lang="en-US" sz="1900" b="0" u="none" strike="noStrike" spc="-20" dirty="0">
                <a:solidFill>
                  <a:srgbClr val="505050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25" dirty="0">
                <a:solidFill>
                  <a:srgbClr val="484848"/>
                </a:solidFill>
                <a:effectLst/>
                <a:uFillTx/>
                <a:latin typeface="Arial MT"/>
              </a:rPr>
              <a:t>las</a:t>
            </a:r>
            <a:r>
              <a:rPr lang="en-US" sz="1900" b="0" u="none" strike="noStrike" spc="-6" dirty="0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05" dirty="0" err="1">
                <a:solidFill>
                  <a:srgbClr val="3F3F3F"/>
                </a:solidFill>
                <a:effectLst/>
                <a:uFillTx/>
                <a:latin typeface="Arial MT"/>
              </a:rPr>
              <a:t>alertas</a:t>
            </a:r>
            <a:r>
              <a:rPr lang="en-US" sz="1900" b="0" u="none" strike="noStrike" spc="-31" dirty="0">
                <a:solidFill>
                  <a:srgbClr val="3F3F3F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1" dirty="0" err="1">
                <a:solidFill>
                  <a:srgbClr val="4F4F4F"/>
                </a:solidFill>
                <a:effectLst/>
                <a:uFillTx/>
                <a:latin typeface="Arial MT"/>
              </a:rPr>
              <a:t>temporalmente</a:t>
            </a:r>
            <a:r>
              <a:rPr lang="en-US" sz="1900" b="0" u="none" strike="noStrike" spc="14" dirty="0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59" dirty="0">
                <a:solidFill>
                  <a:srgbClr val="494949"/>
                </a:solidFill>
                <a:effectLst/>
                <a:uFillTx/>
                <a:latin typeface="Arial MT"/>
              </a:rPr>
              <a:t>para</a:t>
            </a:r>
            <a:r>
              <a:rPr lang="en-US" sz="1900" b="0" u="none" strike="noStrike" spc="26" dirty="0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05" dirty="0">
                <a:solidFill>
                  <a:srgbClr val="4B4B4B"/>
                </a:solidFill>
                <a:effectLst/>
                <a:uFillTx/>
                <a:latin typeface="Arial MT"/>
              </a:rPr>
              <a:t>carga/</a:t>
            </a:r>
            <a:r>
              <a:rPr lang="en-US" sz="1900" b="0" u="none" strike="noStrike" spc="-105" dirty="0" err="1">
                <a:solidFill>
                  <a:srgbClr val="4B4B4B"/>
                </a:solidFill>
                <a:effectLst/>
                <a:uFillTx/>
                <a:latin typeface="Arial MT"/>
              </a:rPr>
              <a:t>descarga</a:t>
            </a:r>
            <a:r>
              <a:rPr lang="en-US" sz="1900" b="0" u="none" strike="noStrike" spc="-26" dirty="0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60" dirty="0">
                <a:solidFill>
                  <a:srgbClr val="4D6782"/>
                </a:solidFill>
                <a:effectLst/>
                <a:uFillTx/>
                <a:latin typeface="Arial MT"/>
              </a:rPr>
              <a:t>de</a:t>
            </a:r>
            <a:r>
              <a:rPr lang="en-US" sz="1900" b="0" u="none" strike="noStrike" spc="-31" dirty="0">
                <a:solidFill>
                  <a:srgbClr val="4D6782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05" dirty="0" err="1">
                <a:solidFill>
                  <a:srgbClr val="494949"/>
                </a:solidFill>
                <a:effectLst/>
                <a:uFillTx/>
                <a:latin typeface="Arial MT"/>
              </a:rPr>
              <a:t>alimentos</a:t>
            </a:r>
            <a:r>
              <a:rPr lang="en-US" sz="1900" b="0" u="none" strike="noStrike" spc="-105" dirty="0">
                <a:solidFill>
                  <a:srgbClr val="494949"/>
                </a:solidFill>
                <a:effectLst/>
                <a:uFillTx/>
                <a:latin typeface="Arial MT"/>
              </a:rPr>
              <a:t>.</a:t>
            </a:r>
            <a:r>
              <a:rPr lang="en-US" sz="1900" b="0" u="none" strike="noStrike" spc="6" dirty="0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30" dirty="0">
                <a:solidFill>
                  <a:srgbClr val="494949"/>
                </a:solidFill>
                <a:effectLst/>
                <a:uFillTx/>
                <a:latin typeface="Arial MT"/>
              </a:rPr>
              <a:t>Se</a:t>
            </a:r>
            <a:r>
              <a:rPr lang="en-US" sz="1900" b="0" u="none" strike="noStrike" spc="71" dirty="0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9" dirty="0" err="1">
                <a:solidFill>
                  <a:srgbClr val="494949"/>
                </a:solidFill>
                <a:effectLst/>
                <a:uFillTx/>
                <a:latin typeface="Arial MT"/>
              </a:rPr>
              <a:t>activa</a:t>
            </a:r>
            <a:r>
              <a:rPr lang="en-US" sz="1900" b="0" u="none" strike="noStrike" spc="-11" dirty="0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36" dirty="0" err="1">
                <a:solidFill>
                  <a:srgbClr val="444444"/>
                </a:solidFill>
                <a:effectLst/>
                <a:uFillTx/>
                <a:latin typeface="Arial MT"/>
              </a:rPr>
              <a:t>manualmente</a:t>
            </a:r>
            <a:r>
              <a:rPr lang="en-US" sz="1900" b="0" u="none" strike="noStrike" spc="159" dirty="0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1" dirty="0" err="1">
                <a:solidFill>
                  <a:srgbClr val="5B5B5B"/>
                </a:solidFill>
                <a:effectLst/>
                <a:uFillTx/>
                <a:latin typeface="Arial MT"/>
              </a:rPr>
              <a:t>mediante</a:t>
            </a:r>
            <a:r>
              <a:rPr lang="en-US" sz="1900" b="0" u="none" strike="noStrike" spc="85" dirty="0">
                <a:solidFill>
                  <a:srgbClr val="5B5B5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65" dirty="0" err="1">
                <a:solidFill>
                  <a:srgbClr val="505050"/>
                </a:solidFill>
                <a:effectLst/>
                <a:uFillTx/>
                <a:latin typeface="Arial MT"/>
              </a:rPr>
              <a:t>interrupción</a:t>
            </a:r>
            <a:r>
              <a:rPr lang="en-US" sz="1900" b="0" u="none" strike="noStrike" spc="60" dirty="0">
                <a:solidFill>
                  <a:srgbClr val="505050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34" dirty="0">
                <a:solidFill>
                  <a:srgbClr val="494949"/>
                </a:solidFill>
                <a:effectLst/>
                <a:uFillTx/>
                <a:latin typeface="Arial MT"/>
              </a:rPr>
              <a:t>por</a:t>
            </a:r>
            <a:r>
              <a:rPr lang="en-US" sz="1900" b="0" u="none" strike="noStrike" spc="71" dirty="0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65" dirty="0">
                <a:solidFill>
                  <a:srgbClr val="494949"/>
                </a:solidFill>
                <a:effectLst/>
                <a:uFillTx/>
                <a:latin typeface="Arial MT"/>
              </a:rPr>
              <a:t>software</a:t>
            </a:r>
            <a:r>
              <a:rPr lang="en-US" sz="1900" b="0" u="none" strike="noStrike" spc="40" dirty="0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dirty="0">
                <a:solidFill>
                  <a:srgbClr val="777793"/>
                </a:solidFill>
                <a:effectLst/>
                <a:uFillTx/>
                <a:latin typeface="Arial MT"/>
              </a:rPr>
              <a:t>o</a:t>
            </a:r>
            <a:r>
              <a:rPr lang="en-US" sz="1900" b="0" u="none" strike="noStrike" spc="-85" dirty="0">
                <a:solidFill>
                  <a:srgbClr val="777793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91" dirty="0" err="1">
                <a:solidFill>
                  <a:srgbClr val="464646"/>
                </a:solidFill>
                <a:effectLst/>
                <a:uFillTx/>
                <a:latin typeface="Arial MT"/>
              </a:rPr>
              <a:t>pulsador</a:t>
            </a:r>
            <a:r>
              <a:rPr lang="en-US" sz="1900" b="0" u="none" strike="noStrike" spc="14" dirty="0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" dirty="0" err="1">
                <a:solidFill>
                  <a:srgbClr val="ACACAC"/>
                </a:solidFill>
                <a:effectLst/>
                <a:uFillTx/>
                <a:latin typeface="Arial MT"/>
              </a:rPr>
              <a:t>fisico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220400" y="857520"/>
            <a:ext cx="13772880" cy="771840"/>
          </a:xfrm>
          <a:prstGeom prst="rect">
            <a:avLst/>
          </a:prstGeom>
          <a:noFill/>
          <a:ln w="0">
            <a:noFill/>
          </a:ln>
        </p:spPr>
        <p:txBody>
          <a:bodyPr lIns="0" tIns="14760" rIns="0" bIns="0" anchor="t">
            <a:spAutoFit/>
          </a:bodyPr>
          <a:lstStyle/>
          <a:p>
            <a:pPr marL="37440" indent="0" algn="l">
              <a:lnSpc>
                <a:spcPct val="100000"/>
              </a:lnSpc>
              <a:spcBef>
                <a:spcPts val="113"/>
              </a:spcBef>
              <a:buNone/>
            </a:pPr>
            <a:r>
              <a:rPr lang="en-US" sz="4750" b="0" u="none" strike="noStrike" spc="-85" dirty="0" err="1">
                <a:solidFill>
                  <a:srgbClr val="003F8A"/>
                </a:solidFill>
                <a:effectLst/>
                <a:uFillTx/>
                <a:latin typeface="Arial MT"/>
              </a:rPr>
              <a:t>Temporización</a:t>
            </a:r>
            <a:r>
              <a:rPr lang="en-US" sz="4750" b="0" u="none" strike="noStrike" spc="-224" dirty="0">
                <a:solidFill>
                  <a:srgbClr val="003F8A"/>
                </a:solidFill>
                <a:effectLst/>
                <a:uFillTx/>
                <a:latin typeface="Arial MT"/>
              </a:rPr>
              <a:t> </a:t>
            </a:r>
            <a:r>
              <a:rPr lang="en-US" sz="4750" b="0" u="none" strike="noStrike" spc="-181" dirty="0" err="1">
                <a:solidFill>
                  <a:srgbClr val="033F77"/>
                </a:solidFill>
                <a:effectLst/>
                <a:uFillTx/>
                <a:latin typeface="Arial MT"/>
              </a:rPr>
              <a:t>Precisa</a:t>
            </a:r>
            <a:r>
              <a:rPr lang="en-US" sz="4750" b="0" u="none" strike="noStrike" spc="-150" dirty="0">
                <a:solidFill>
                  <a:srgbClr val="033F77"/>
                </a:solidFill>
                <a:effectLst/>
                <a:uFillTx/>
                <a:latin typeface="Arial MT"/>
              </a:rPr>
              <a:t> </a:t>
            </a:r>
            <a:r>
              <a:rPr lang="en-US" sz="4750" spc="-113" dirty="0">
                <a:solidFill>
                  <a:srgbClr val="013F80"/>
                </a:solidFill>
                <a:latin typeface="Arial MT"/>
              </a:rPr>
              <a:t>sin</a:t>
            </a:r>
            <a:r>
              <a:rPr lang="en-US" sz="4750" b="0" u="none" strike="noStrike" spc="-734" dirty="0">
                <a:solidFill>
                  <a:srgbClr val="013F80"/>
                </a:solidFill>
                <a:effectLst/>
                <a:uFillTx/>
                <a:latin typeface="Arial MT"/>
              </a:rPr>
              <a:t> </a:t>
            </a:r>
            <a:r>
              <a:rPr lang="en-US" sz="4750" b="0" u="none" strike="noStrike" spc="-11" dirty="0" err="1">
                <a:solidFill>
                  <a:srgbClr val="033F79"/>
                </a:solidFill>
                <a:effectLst/>
                <a:uFillTx/>
                <a:latin typeface="Arial MT"/>
              </a:rPr>
              <a:t>Interrupciones</a:t>
            </a:r>
            <a:endParaRPr lang="en-US" sz="475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4" name="object 3"/>
          <p:cNvSpPr/>
          <p:nvPr/>
        </p:nvSpPr>
        <p:spPr>
          <a:xfrm>
            <a:off x="1237680" y="4491720"/>
            <a:ext cx="9136800" cy="357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" rIns="0" bIns="0" anchor="t">
            <a:spAutoFit/>
          </a:bodyPr>
          <a:lstStyle/>
          <a:p>
            <a:pPr marL="15840" indent="-3240">
              <a:lnSpc>
                <a:spcPct val="103000"/>
              </a:lnSpc>
              <a:spcBef>
                <a:spcPts val="6"/>
              </a:spcBef>
              <a:tabLst>
                <a:tab pos="0" algn="l"/>
              </a:tabLst>
            </a:pPr>
            <a:r>
              <a:rPr lang="en-US" sz="2200" b="0" u="none" strike="noStrike" spc="-210" dirty="0">
                <a:solidFill>
                  <a:srgbClr val="2F2F2F"/>
                </a:solidFill>
                <a:effectLst/>
                <a:uFillTx/>
                <a:latin typeface="Arial MT"/>
              </a:rPr>
              <a:t>Para</a:t>
            </a:r>
            <a:r>
              <a:rPr lang="en-US" sz="2200" b="0" u="none" strike="noStrike" spc="-20" dirty="0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1" dirty="0" err="1">
                <a:solidFill>
                  <a:srgbClr val="333333"/>
                </a:solidFill>
                <a:effectLst/>
                <a:uFillTx/>
                <a:latin typeface="Arial MT"/>
              </a:rPr>
              <a:t>evitar</a:t>
            </a:r>
            <a:r>
              <a:rPr lang="en-US" sz="2200" b="0" u="none" strike="noStrike" spc="-65" dirty="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9" dirty="0" err="1">
                <a:solidFill>
                  <a:srgbClr val="2A2A2A"/>
                </a:solidFill>
                <a:effectLst/>
                <a:uFillTx/>
                <a:latin typeface="Arial MT"/>
              </a:rPr>
              <a:t>retrasos</a:t>
            </a:r>
            <a:r>
              <a:rPr lang="en-US" sz="2200" b="0" u="none" strike="noStrike" spc="-54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45" dirty="0" err="1">
                <a:solidFill>
                  <a:srgbClr val="2A2A2A"/>
                </a:solidFill>
                <a:effectLst/>
                <a:uFillTx/>
                <a:latin typeface="Arial MT"/>
              </a:rPr>
              <a:t>acumulados</a:t>
            </a:r>
            <a:r>
              <a:rPr lang="en-US" sz="2200" b="0" u="none" strike="noStrike" spc="71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 dirty="0" err="1">
                <a:solidFill>
                  <a:srgbClr val="3A3A3A"/>
                </a:solidFill>
                <a:effectLst/>
                <a:uFillTx/>
                <a:latin typeface="Arial MT"/>
              </a:rPr>
              <a:t>en</a:t>
            </a:r>
            <a:r>
              <a:rPr lang="en-US" sz="2200" b="0" u="none" strike="noStrike" spc="-111" dirty="0">
                <a:solidFill>
                  <a:srgbClr val="3A3A3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1" dirty="0" err="1">
                <a:solidFill>
                  <a:srgbClr val="343434"/>
                </a:solidFill>
                <a:effectLst/>
                <a:uFillTx/>
                <a:latin typeface="Arial MT"/>
              </a:rPr>
              <a:t>el</a:t>
            </a:r>
            <a:r>
              <a:rPr lang="en-US" sz="2200" b="0" u="none" strike="noStrike" spc="-65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6" dirty="0" err="1">
                <a:solidFill>
                  <a:srgbClr val="343434"/>
                </a:solidFill>
                <a:effectLst/>
                <a:uFillTx/>
                <a:latin typeface="Arial MT"/>
              </a:rPr>
              <a:t>flujo</a:t>
            </a:r>
            <a:r>
              <a:rPr lang="en-US" sz="2200" spc="-119" dirty="0">
                <a:solidFill>
                  <a:srgbClr val="343434"/>
                </a:solidFill>
                <a:latin typeface="Arial MT"/>
              </a:rPr>
              <a:t> </a:t>
            </a:r>
            <a:r>
              <a:rPr lang="en-US" sz="2200" b="0" u="none" strike="noStrike" spc="-79" dirty="0" err="1">
                <a:solidFill>
                  <a:srgbClr val="343434"/>
                </a:solidFill>
                <a:effectLst/>
                <a:uFillTx/>
                <a:latin typeface="Arial MT"/>
              </a:rPr>
              <a:t>ejecución</a:t>
            </a:r>
            <a:r>
              <a:rPr lang="en-US" sz="2200" b="0" u="none" strike="noStrike" spc="26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79" dirty="0">
                <a:solidFill>
                  <a:srgbClr val="313131"/>
                </a:solidFill>
                <a:effectLst/>
                <a:uFillTx/>
                <a:latin typeface="Arial MT"/>
              </a:rPr>
              <a:t>principal</a:t>
            </a:r>
            <a:r>
              <a:rPr lang="en-US" sz="2200" b="0" u="none" strike="noStrike" spc="14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9" dirty="0">
                <a:solidFill>
                  <a:srgbClr val="363636"/>
                </a:solidFill>
                <a:effectLst/>
                <a:uFillTx/>
                <a:latin typeface="Arial MT"/>
              </a:rPr>
              <a:t>por</a:t>
            </a:r>
            <a:r>
              <a:rPr lang="en-US" sz="2200" b="0" u="none" strike="noStrike" spc="6" dirty="0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1" dirty="0" err="1">
                <a:solidFill>
                  <a:srgbClr val="333333"/>
                </a:solidFill>
                <a:effectLst/>
                <a:uFillTx/>
                <a:latin typeface="Arial MT"/>
              </a:rPr>
              <a:t>el</a:t>
            </a:r>
            <a:r>
              <a:rPr lang="en-US" sz="2200" b="0" u="none" strike="noStrike" spc="-65" dirty="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 dirty="0" err="1">
                <a:solidFill>
                  <a:srgbClr val="2A2A2A"/>
                </a:solidFill>
                <a:effectLst/>
                <a:uFillTx/>
                <a:latin typeface="Arial MT"/>
              </a:rPr>
              <a:t>uso</a:t>
            </a:r>
            <a:r>
              <a:rPr lang="en-US" sz="2200" b="0" u="none" strike="noStrike" spc="-74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64" dirty="0">
                <a:solidFill>
                  <a:srgbClr val="333333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0" dirty="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6" dirty="0">
                <a:solidFill>
                  <a:srgbClr val="2F2F2F"/>
                </a:solidFill>
                <a:effectLst/>
                <a:uFillTx/>
                <a:latin typeface="Arial MT"/>
              </a:rPr>
              <a:t>la </a:t>
            </a:r>
            <a:r>
              <a:rPr lang="en-US" sz="2200" b="0" u="none" strike="noStrike" spc="-54" dirty="0" err="1">
                <a:solidFill>
                  <a:srgbClr val="313131"/>
                </a:solidFill>
                <a:effectLst/>
                <a:uFillTx/>
                <a:latin typeface="Arial MT"/>
              </a:rPr>
              <a:t>función</a:t>
            </a:r>
            <a:r>
              <a:rPr lang="en-US" sz="2200" b="0" u="none" strike="noStrike" spc="-99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 dirty="0" err="1">
                <a:solidFill>
                  <a:srgbClr val="2A2A2A"/>
                </a:solidFill>
                <a:effectLst/>
                <a:uFillTx/>
                <a:latin typeface="Arial MT"/>
              </a:rPr>
              <a:t>bloqueante</a:t>
            </a:r>
            <a:r>
              <a:rPr lang="en-US" sz="2200" b="0" u="none" strike="noStrike" spc="40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54" dirty="0">
                <a:solidFill>
                  <a:srgbClr val="3A3A3A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54" dirty="0">
                <a:solidFill>
                  <a:srgbClr val="2D2D2D"/>
                </a:solidFill>
                <a:effectLst/>
                <a:uFillTx/>
                <a:latin typeface="Arial MT"/>
              </a:rPr>
              <a:t>lay(),</a:t>
            </a:r>
            <a:r>
              <a:rPr lang="en-US" sz="2200" b="0" u="none" strike="noStrike" spc="-145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" dirty="0" err="1">
                <a:solidFill>
                  <a:srgbClr val="363636"/>
                </a:solidFill>
                <a:effectLst/>
                <a:uFillTx/>
                <a:latin typeface="Arial MT"/>
              </a:rPr>
              <a:t>el</a:t>
            </a:r>
            <a:r>
              <a:rPr lang="en-US" sz="2200" b="0" u="none" strike="noStrike" spc="-31" dirty="0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56" dirty="0" err="1">
                <a:solidFill>
                  <a:srgbClr val="313131"/>
                </a:solidFill>
                <a:effectLst/>
                <a:uFillTx/>
                <a:latin typeface="Arial MT"/>
              </a:rPr>
              <a:t>sistema</a:t>
            </a:r>
            <a:r>
              <a:rPr lang="en-US" sz="2200" b="0" u="none" strike="noStrike" spc="-34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 dirty="0" err="1">
                <a:solidFill>
                  <a:srgbClr val="343434"/>
                </a:solidFill>
                <a:effectLst/>
                <a:uFillTx/>
                <a:latin typeface="Arial MT"/>
              </a:rPr>
              <a:t>implementa</a:t>
            </a:r>
            <a:r>
              <a:rPr lang="en-US" sz="2200" b="0" u="none" strike="noStrike" spc="6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9" dirty="0" err="1">
                <a:solidFill>
                  <a:srgbClr val="313131"/>
                </a:solidFill>
                <a:effectLst/>
                <a:uFillTx/>
                <a:latin typeface="Arial MT"/>
              </a:rPr>
              <a:t>temporización</a:t>
            </a:r>
            <a:r>
              <a:rPr lang="en-US" sz="2200" b="0" u="none" strike="noStrike" spc="65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 dirty="0" err="1">
                <a:solidFill>
                  <a:srgbClr val="333333"/>
                </a:solidFill>
                <a:effectLst/>
                <a:uFillTx/>
                <a:latin typeface="Arial MT"/>
              </a:rPr>
              <a:t>asistida</a:t>
            </a:r>
            <a:r>
              <a:rPr lang="en-US" sz="2200" b="0" u="none" strike="noStrike" spc="-20" dirty="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6" dirty="0">
                <a:solidFill>
                  <a:srgbClr val="3A3A3A"/>
                </a:solidFill>
                <a:effectLst/>
                <a:uFillTx/>
                <a:latin typeface="Arial MT"/>
              </a:rPr>
              <a:t>por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40">
              <a:lnSpc>
                <a:spcPct val="100000"/>
              </a:lnSpc>
              <a:spcBef>
                <a:spcPts val="329"/>
              </a:spcBef>
              <a:tabLst>
                <a:tab pos="0" algn="l"/>
              </a:tabLst>
            </a:pPr>
            <a:r>
              <a:rPr lang="en-US" sz="2200" b="0" u="none" strike="noStrike" spc="-139" dirty="0">
                <a:solidFill>
                  <a:srgbClr val="333333"/>
                </a:solidFill>
                <a:effectLst/>
                <a:uFillTx/>
                <a:latin typeface="Arial MT"/>
              </a:rPr>
              <a:t>hardware</a:t>
            </a:r>
            <a:r>
              <a:rPr lang="en-US" sz="2200" b="0" u="none" strike="noStrike" spc="26" dirty="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9" dirty="0" err="1">
                <a:solidFill>
                  <a:srgbClr val="242424"/>
                </a:solidFill>
                <a:effectLst/>
                <a:uFillTx/>
                <a:latin typeface="Arial MT"/>
              </a:rPr>
              <a:t>utilizando</a:t>
            </a:r>
            <a:r>
              <a:rPr lang="en-US" sz="2200" b="0" u="none" strike="noStrike" spc="34" dirty="0">
                <a:solidFill>
                  <a:srgbClr val="24242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1" dirty="0" err="1">
                <a:solidFill>
                  <a:srgbClr val="383838"/>
                </a:solidFill>
                <a:effectLst/>
                <a:uFillTx/>
                <a:latin typeface="Arial MT"/>
              </a:rPr>
              <a:t>el</a:t>
            </a:r>
            <a:r>
              <a:rPr lang="en-US" sz="2200" b="0" u="none" strike="noStrike" spc="-65" dirty="0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6" dirty="0" err="1">
                <a:solidFill>
                  <a:srgbClr val="383838"/>
                </a:solidFill>
                <a:effectLst/>
                <a:uFillTx/>
                <a:latin typeface="Arial MT"/>
              </a:rPr>
              <a:t>módulo</a:t>
            </a:r>
            <a:r>
              <a:rPr lang="en-US" sz="2200" b="0" u="none" strike="noStrike" spc="-14" dirty="0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" dirty="0">
                <a:solidFill>
                  <a:srgbClr val="343434"/>
                </a:solidFill>
                <a:effectLst/>
                <a:uFillTx/>
                <a:latin typeface="Arial MT"/>
              </a:rPr>
              <a:t>Timer1.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40" indent="-3960">
              <a:lnSpc>
                <a:spcPct val="105000"/>
              </a:lnSpc>
              <a:spcBef>
                <a:spcPts val="1420"/>
              </a:spcBef>
              <a:tabLst>
                <a:tab pos="0" algn="l"/>
              </a:tabLst>
            </a:pPr>
            <a:r>
              <a:rPr lang="en-US" sz="2200" b="0" u="none" strike="noStrike" spc="-235" dirty="0">
                <a:solidFill>
                  <a:srgbClr val="313131"/>
                </a:solidFill>
                <a:effectLst/>
                <a:uFillTx/>
                <a:latin typeface="Arial MT"/>
              </a:rPr>
              <a:t>El</a:t>
            </a:r>
            <a:r>
              <a:rPr lang="en-US" sz="2200" b="0" u="none" strike="noStrike" spc="31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59" dirty="0">
                <a:solidFill>
                  <a:srgbClr val="333333"/>
                </a:solidFill>
                <a:effectLst/>
                <a:uFillTx/>
                <a:latin typeface="Arial MT"/>
              </a:rPr>
              <a:t>Timer1</a:t>
            </a:r>
            <a:r>
              <a:rPr lang="en-US" sz="2200" b="0" u="none" strike="noStrike" spc="-204" dirty="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45" dirty="0" err="1">
                <a:solidFill>
                  <a:srgbClr val="363636"/>
                </a:solidFill>
                <a:effectLst/>
                <a:uFillTx/>
                <a:latin typeface="Arial MT"/>
              </a:rPr>
              <a:t>está</a:t>
            </a:r>
            <a:r>
              <a:rPr lang="en-US" sz="2200" b="0" u="none" strike="noStrike" spc="-54" dirty="0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85" dirty="0" err="1">
                <a:solidFill>
                  <a:srgbClr val="2F2F2F"/>
                </a:solidFill>
                <a:effectLst/>
                <a:uFillTx/>
                <a:latin typeface="Arial MT"/>
              </a:rPr>
              <a:t>configurado</a:t>
            </a:r>
            <a:r>
              <a:rPr lang="en-US" sz="2200" b="0" u="none" strike="noStrike" spc="-71" dirty="0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 dirty="0" err="1">
                <a:solidFill>
                  <a:srgbClr val="363636"/>
                </a:solidFill>
                <a:effectLst/>
                <a:uFillTx/>
                <a:latin typeface="Arial MT"/>
              </a:rPr>
              <a:t>en</a:t>
            </a:r>
            <a:r>
              <a:rPr lang="en-US" sz="2200" b="0" u="none" strike="noStrike" spc="-111" dirty="0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6" dirty="0">
                <a:solidFill>
                  <a:srgbClr val="3D3D3D"/>
                </a:solidFill>
                <a:effectLst/>
                <a:uFillTx/>
                <a:latin typeface="Arial MT"/>
              </a:rPr>
              <a:t>modo</a:t>
            </a:r>
            <a:r>
              <a:rPr lang="en-US" sz="2200" b="0" u="none" strike="noStrike" spc="-74" dirty="0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15" dirty="0">
                <a:solidFill>
                  <a:srgbClr val="383838"/>
                </a:solidFill>
                <a:effectLst/>
                <a:uFillTx/>
                <a:latin typeface="Arial MT"/>
              </a:rPr>
              <a:t>CTC</a:t>
            </a:r>
            <a:r>
              <a:rPr lang="en-US" sz="2200" b="0" u="none" strike="noStrike" spc="26" dirty="0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9" dirty="0">
                <a:solidFill>
                  <a:srgbClr val="383838"/>
                </a:solidFill>
                <a:effectLst/>
                <a:uFillTx/>
                <a:latin typeface="Arial MT"/>
              </a:rPr>
              <a:t>(Clear</a:t>
            </a:r>
            <a:r>
              <a:rPr lang="en-US" sz="2200" b="0" u="none" strike="noStrike" spc="-6" dirty="0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85" dirty="0">
                <a:solidFill>
                  <a:srgbClr val="343434"/>
                </a:solidFill>
                <a:effectLst/>
                <a:uFillTx/>
                <a:latin typeface="Arial MT"/>
              </a:rPr>
              <a:t>Timer</a:t>
            </a:r>
            <a:r>
              <a:rPr lang="en-US" sz="2200" b="0" u="none" strike="noStrike" spc="6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1" dirty="0">
                <a:solidFill>
                  <a:srgbClr val="2D3D54"/>
                </a:solidFill>
                <a:effectLst/>
                <a:uFillTx/>
                <a:latin typeface="Arial MT"/>
              </a:rPr>
              <a:t>on</a:t>
            </a:r>
            <a:r>
              <a:rPr lang="en-US" sz="2200" b="0" u="none" strike="noStrike" spc="-196" dirty="0">
                <a:solidFill>
                  <a:srgbClr val="2D3D5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 dirty="0">
                <a:solidFill>
                  <a:srgbClr val="2F2F2F"/>
                </a:solidFill>
                <a:effectLst/>
                <a:uFillTx/>
                <a:latin typeface="Arial MT"/>
              </a:rPr>
              <a:t>Compare</a:t>
            </a:r>
            <a:r>
              <a:rPr lang="en-US" sz="2200" b="0" u="none" strike="noStrike" spc="-20" dirty="0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71" dirty="0">
                <a:solidFill>
                  <a:srgbClr val="3F3F3F"/>
                </a:solidFill>
                <a:effectLst/>
                <a:uFillTx/>
                <a:latin typeface="Arial MT"/>
              </a:rPr>
              <a:t>Match)</a:t>
            </a:r>
            <a:r>
              <a:rPr lang="en-US" sz="2200" b="0" u="none" strike="noStrike" spc="74" dirty="0">
                <a:solidFill>
                  <a:srgbClr val="3F3F3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51" dirty="0">
                <a:solidFill>
                  <a:srgbClr val="2F2F2F"/>
                </a:solidFill>
                <a:effectLst/>
                <a:uFillTx/>
                <a:latin typeface="Arial MT"/>
              </a:rPr>
              <a:t>para </a:t>
            </a:r>
            <a:r>
              <a:rPr lang="en-US" sz="2200" b="0" u="none" strike="noStrike" spc="-85" dirty="0" err="1">
                <a:solidFill>
                  <a:srgbClr val="313131"/>
                </a:solidFill>
                <a:effectLst/>
                <a:uFillTx/>
                <a:latin typeface="Arial MT"/>
              </a:rPr>
              <a:t>ejecutar</a:t>
            </a:r>
            <a:r>
              <a:rPr lang="en-US" sz="2200" b="0" u="none" strike="noStrike" spc="-6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1" dirty="0" err="1">
                <a:solidFill>
                  <a:srgbClr val="343434"/>
                </a:solidFill>
                <a:effectLst/>
                <a:uFillTx/>
                <a:latin typeface="Arial MT"/>
              </a:rPr>
              <a:t>lecturas</a:t>
            </a:r>
            <a:r>
              <a:rPr lang="en-US" sz="2200" b="0" u="none" strike="noStrike" spc="-51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6" dirty="0" err="1">
                <a:solidFill>
                  <a:srgbClr val="313131"/>
                </a:solidFill>
                <a:effectLst/>
                <a:uFillTx/>
                <a:latin typeface="Arial MT"/>
              </a:rPr>
              <a:t>térmicas</a:t>
            </a:r>
            <a:r>
              <a:rPr lang="en-US" sz="2200" b="0" u="none" strike="noStrike" spc="14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 dirty="0" err="1">
                <a:solidFill>
                  <a:srgbClr val="52626E"/>
                </a:solidFill>
                <a:effectLst/>
                <a:uFillTx/>
                <a:latin typeface="Arial MT"/>
              </a:rPr>
              <a:t>en</a:t>
            </a:r>
            <a:r>
              <a:rPr lang="en-US" sz="2200" b="0" u="none" strike="noStrike" spc="-113" dirty="0">
                <a:solidFill>
                  <a:srgbClr val="52626E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6" dirty="0" err="1">
                <a:solidFill>
                  <a:srgbClr val="3F3F3F"/>
                </a:solidFill>
                <a:effectLst/>
                <a:uFillTx/>
                <a:latin typeface="Arial MT"/>
              </a:rPr>
              <a:t>intervalos</a:t>
            </a:r>
            <a:r>
              <a:rPr lang="en-US" sz="2200" b="0" u="none" strike="noStrike" spc="-20" dirty="0">
                <a:solidFill>
                  <a:srgbClr val="3F3F3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3" dirty="0" err="1">
                <a:solidFill>
                  <a:srgbClr val="2D2D2D"/>
                </a:solidFill>
                <a:effectLst/>
                <a:uFillTx/>
                <a:latin typeface="Arial MT"/>
              </a:rPr>
              <a:t>exactos</a:t>
            </a:r>
            <a:r>
              <a:rPr lang="en-US" sz="2200" b="0" u="none" strike="noStrike" spc="-6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0" dirty="0">
                <a:solidFill>
                  <a:srgbClr val="2F2F2F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201" dirty="0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55" dirty="0">
                <a:solidFill>
                  <a:srgbClr val="5D7EA8"/>
                </a:solidFill>
                <a:effectLst/>
                <a:uFillTx/>
                <a:latin typeface="Arial MT"/>
              </a:rPr>
              <a:t>10</a:t>
            </a:r>
            <a:r>
              <a:rPr lang="en-US" sz="2200" b="0" u="none" strike="noStrike" spc="-6" dirty="0">
                <a:solidFill>
                  <a:srgbClr val="5D7EA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45" dirty="0" err="1">
                <a:solidFill>
                  <a:srgbClr val="2D2D2D"/>
                </a:solidFill>
                <a:effectLst/>
                <a:uFillTx/>
                <a:latin typeface="Arial MT"/>
              </a:rPr>
              <a:t>segundos</a:t>
            </a:r>
            <a:r>
              <a:rPr lang="en-US" sz="2200" b="0" u="none" strike="noStrike" spc="-145" dirty="0">
                <a:solidFill>
                  <a:srgbClr val="2D2D2D"/>
                </a:solidFill>
                <a:effectLst/>
                <a:uFillTx/>
                <a:latin typeface="Arial MT"/>
              </a:rPr>
              <a:t>,</a:t>
            </a:r>
            <a:r>
              <a:rPr lang="en-US" sz="2200" b="0" u="none" strike="noStrike" spc="51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50" dirty="0" err="1">
                <a:solidFill>
                  <a:srgbClr val="2A2A2A"/>
                </a:solidFill>
                <a:effectLst/>
                <a:uFillTx/>
                <a:latin typeface="Arial MT"/>
              </a:rPr>
              <a:t>asegurando</a:t>
            </a:r>
            <a:r>
              <a:rPr lang="en-US" sz="2200" b="0" u="none" strike="noStrike" spc="71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6" dirty="0">
                <a:solidFill>
                  <a:srgbClr val="424242"/>
                </a:solidFill>
                <a:effectLst/>
                <a:uFillTx/>
                <a:latin typeface="Arial MT"/>
              </a:rPr>
              <a:t>la </a:t>
            </a:r>
            <a:r>
              <a:rPr lang="en-US" sz="2200" b="0" u="none" strike="noStrike" spc="-96" dirty="0" err="1">
                <a:solidFill>
                  <a:srgbClr val="2A2A2A"/>
                </a:solidFill>
                <a:effectLst/>
                <a:uFillTx/>
                <a:latin typeface="Arial MT"/>
              </a:rPr>
              <a:t>consistencia</a:t>
            </a:r>
            <a:r>
              <a:rPr lang="en-US" sz="2200" b="0" u="none" strike="noStrike" spc="-31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9" dirty="0">
                <a:solidFill>
                  <a:srgbClr val="313131"/>
                </a:solidFill>
                <a:effectLst/>
                <a:uFillTx/>
                <a:latin typeface="Arial MT"/>
              </a:rPr>
              <a:t>temporal</a:t>
            </a:r>
            <a:r>
              <a:rPr lang="en-US" sz="2200" b="0" u="none" strike="noStrike" spc="91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64" dirty="0">
                <a:solidFill>
                  <a:srgbClr val="343434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0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64" dirty="0">
                <a:solidFill>
                  <a:srgbClr val="262626"/>
                </a:solidFill>
                <a:effectLst/>
                <a:uFillTx/>
                <a:latin typeface="Arial MT"/>
              </a:rPr>
              <a:t>las</a:t>
            </a:r>
            <a:r>
              <a:rPr lang="en-US" sz="2200" b="0" u="none" strike="noStrike" dirty="0">
                <a:solidFill>
                  <a:srgbClr val="26262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" dirty="0" err="1">
                <a:solidFill>
                  <a:srgbClr val="1F1F1F"/>
                </a:solidFill>
                <a:effectLst/>
                <a:uFillTx/>
                <a:latin typeface="Arial MT"/>
              </a:rPr>
              <a:t>muestras</a:t>
            </a:r>
            <a:r>
              <a:rPr lang="en-US" sz="2200" b="0" u="none" strike="noStrike" spc="-11" dirty="0">
                <a:solidFill>
                  <a:srgbClr val="1F1F1F"/>
                </a:solidFill>
                <a:effectLst/>
                <a:uFillTx/>
                <a:latin typeface="Arial MT"/>
              </a:rPr>
              <a:t>.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40" indent="10800">
              <a:lnSpc>
                <a:spcPct val="105000"/>
              </a:lnSpc>
              <a:spcBef>
                <a:spcPts val="1551"/>
              </a:spcBef>
              <a:tabLst>
                <a:tab pos="0" algn="l"/>
              </a:tabLst>
            </a:pPr>
            <a:r>
              <a:rPr lang="en-US" sz="2200" b="0" u="none" strike="noStrike" spc="-159" dirty="0" err="1">
                <a:solidFill>
                  <a:srgbClr val="2A2A2A"/>
                </a:solidFill>
                <a:effectLst/>
                <a:uFillTx/>
                <a:latin typeface="Arial MT"/>
              </a:rPr>
              <a:t>Asimismo</a:t>
            </a:r>
            <a:r>
              <a:rPr lang="en-US" sz="2200" b="0" u="none" strike="noStrike" spc="-159" dirty="0">
                <a:solidFill>
                  <a:srgbClr val="2A2A2A"/>
                </a:solidFill>
                <a:effectLst/>
                <a:uFillTx/>
                <a:latin typeface="Arial MT"/>
              </a:rPr>
              <a:t>,</a:t>
            </a:r>
            <a:r>
              <a:rPr lang="en-US" sz="2200" b="0" u="none" strike="noStrike" spc="6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" dirty="0" err="1">
                <a:solidFill>
                  <a:srgbClr val="3A3A3A"/>
                </a:solidFill>
                <a:effectLst/>
                <a:uFillTx/>
                <a:latin typeface="Arial MT"/>
              </a:rPr>
              <a:t>el</a:t>
            </a:r>
            <a:r>
              <a:rPr lang="en-US" sz="2200" b="0" u="none" strike="noStrike" spc="-145" dirty="0">
                <a:solidFill>
                  <a:srgbClr val="3A3A3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0" dirty="0">
                <a:solidFill>
                  <a:srgbClr val="2F2F2F"/>
                </a:solidFill>
                <a:effectLst/>
                <a:uFillTx/>
                <a:latin typeface="Arial MT"/>
              </a:rPr>
              <a:t>sensor</a:t>
            </a:r>
            <a:r>
              <a:rPr lang="en-US" sz="2200" b="0" u="none" strike="noStrike" spc="-11" dirty="0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0" dirty="0">
                <a:solidFill>
                  <a:srgbClr val="343434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5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 dirty="0" err="1">
                <a:solidFill>
                  <a:srgbClr val="333333"/>
                </a:solidFill>
                <a:effectLst/>
                <a:uFillTx/>
                <a:latin typeface="Arial MT"/>
              </a:rPr>
              <a:t>movimiento</a:t>
            </a:r>
            <a:r>
              <a:rPr lang="en-US" sz="2200" b="0" u="none" strike="noStrike" dirty="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300" dirty="0">
                <a:solidFill>
                  <a:srgbClr val="363636"/>
                </a:solidFill>
                <a:effectLst/>
                <a:uFillTx/>
                <a:latin typeface="Arial MT"/>
              </a:rPr>
              <a:t>PIR</a:t>
            </a:r>
            <a:r>
              <a:rPr lang="en-US" sz="2200" b="0" u="none" strike="noStrike" spc="65" dirty="0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45" dirty="0" err="1">
                <a:solidFill>
                  <a:srgbClr val="2A2A2A"/>
                </a:solidFill>
                <a:effectLst/>
                <a:uFillTx/>
                <a:latin typeface="Arial MT"/>
              </a:rPr>
              <a:t>está</a:t>
            </a:r>
            <a:r>
              <a:rPr lang="en-US" sz="2200" b="0" u="none" strike="noStrike" spc="-54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85" dirty="0" err="1">
                <a:solidFill>
                  <a:srgbClr val="343434"/>
                </a:solidFill>
                <a:effectLst/>
                <a:uFillTx/>
                <a:latin typeface="Arial MT"/>
              </a:rPr>
              <a:t>configurado</a:t>
            </a:r>
            <a:r>
              <a:rPr lang="en-US" sz="2200" b="0" u="none" strike="noStrike" spc="65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6" dirty="0">
                <a:solidFill>
                  <a:srgbClr val="2F2F2F"/>
                </a:solidFill>
                <a:effectLst/>
                <a:uFillTx/>
                <a:latin typeface="Arial MT"/>
              </a:rPr>
              <a:t>para</a:t>
            </a:r>
            <a:r>
              <a:rPr lang="en-US" sz="2200" b="0" u="none" strike="noStrike" spc="-45" dirty="0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9" dirty="0" err="1">
                <a:solidFill>
                  <a:srgbClr val="2A2A2A"/>
                </a:solidFill>
                <a:effectLst/>
                <a:uFillTx/>
                <a:latin typeface="Arial MT"/>
              </a:rPr>
              <a:t>disparar</a:t>
            </a:r>
            <a:r>
              <a:rPr lang="en-US" sz="2200" b="0" u="none" strike="noStrike" spc="40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6" dirty="0">
                <a:solidFill>
                  <a:srgbClr val="383838"/>
                </a:solidFill>
                <a:effectLst/>
                <a:uFillTx/>
                <a:latin typeface="Arial MT"/>
              </a:rPr>
              <a:t>la </a:t>
            </a:r>
            <a:r>
              <a:rPr lang="en-US" sz="2200" b="0" u="none" strike="noStrike" spc="-65" dirty="0" err="1">
                <a:solidFill>
                  <a:srgbClr val="2A2A2A"/>
                </a:solidFill>
                <a:effectLst/>
                <a:uFillTx/>
                <a:latin typeface="Arial MT"/>
              </a:rPr>
              <a:t>interrupción</a:t>
            </a:r>
            <a:r>
              <a:rPr lang="en-US" sz="2200" b="0" u="none" strike="noStrike" spc="-91" dirty="0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 dirty="0">
                <a:solidFill>
                  <a:srgbClr val="313131"/>
                </a:solidFill>
                <a:effectLst/>
                <a:uFillTx/>
                <a:latin typeface="Arial MT"/>
              </a:rPr>
              <a:t>externa</a:t>
            </a:r>
            <a:r>
              <a:rPr lang="en-US" sz="2200" b="0" u="none" strike="noStrike" spc="-74" dirty="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89" dirty="0">
                <a:solidFill>
                  <a:srgbClr val="343434"/>
                </a:solidFill>
                <a:effectLst/>
                <a:uFillTx/>
                <a:latin typeface="Arial MT"/>
              </a:rPr>
              <a:t>INTO</a:t>
            </a:r>
            <a:r>
              <a:rPr lang="en-US" sz="2200" b="0" u="none" strike="noStrike" spc="-34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 dirty="0" err="1">
                <a:solidFill>
                  <a:srgbClr val="383838"/>
                </a:solidFill>
                <a:effectLst/>
                <a:uFillTx/>
                <a:latin typeface="Arial MT"/>
              </a:rPr>
              <a:t>en</a:t>
            </a:r>
            <a:r>
              <a:rPr lang="en-US" sz="2200" b="0" u="none" strike="noStrike" spc="-111" dirty="0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1" dirty="0" err="1">
                <a:solidFill>
                  <a:srgbClr val="3A3A3A"/>
                </a:solidFill>
                <a:effectLst/>
                <a:uFillTx/>
                <a:latin typeface="Arial MT"/>
              </a:rPr>
              <a:t>el</a:t>
            </a:r>
            <a:r>
              <a:rPr lang="en-US" sz="2200" b="0" u="none" strike="noStrike" spc="-91" dirty="0">
                <a:solidFill>
                  <a:srgbClr val="3A3A3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 dirty="0">
                <a:solidFill>
                  <a:srgbClr val="80A5C4"/>
                </a:solidFill>
                <a:effectLst/>
                <a:uFillTx/>
                <a:latin typeface="Arial MT"/>
              </a:rPr>
              <a:t>Pin</a:t>
            </a:r>
            <a:r>
              <a:rPr lang="en-US" sz="2200" b="0" u="none" strike="noStrike" spc="-91" dirty="0">
                <a:solidFill>
                  <a:srgbClr val="80A5C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9" dirty="0">
                <a:solidFill>
                  <a:srgbClr val="2F2F2F"/>
                </a:solidFill>
                <a:effectLst/>
                <a:uFillTx/>
                <a:latin typeface="Arial MT"/>
              </a:rPr>
              <a:t>Digital</a:t>
            </a:r>
            <a:r>
              <a:rPr lang="en-US" sz="2200" b="0" u="none" strike="noStrike" spc="-54" dirty="0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81" dirty="0">
                <a:solidFill>
                  <a:srgbClr val="343434"/>
                </a:solidFill>
                <a:effectLst/>
                <a:uFillTx/>
                <a:latin typeface="Arial MT"/>
              </a:rPr>
              <a:t>D2</a:t>
            </a:r>
            <a:r>
              <a:rPr lang="en-US" sz="2200" b="0" u="none" strike="noStrike" spc="-111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59" dirty="0">
                <a:solidFill>
                  <a:srgbClr val="343434"/>
                </a:solidFill>
                <a:effectLst/>
                <a:uFillTx/>
                <a:latin typeface="Arial MT"/>
              </a:rPr>
              <a:t>ante</a:t>
            </a:r>
            <a:r>
              <a:rPr lang="en-US" sz="2200" b="0" u="none" strike="noStrike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85" dirty="0" err="1">
                <a:solidFill>
                  <a:srgbClr val="343434"/>
                </a:solidFill>
                <a:effectLst/>
                <a:uFillTx/>
                <a:latin typeface="Arial MT"/>
              </a:rPr>
              <a:t>cualquier</a:t>
            </a:r>
            <a:r>
              <a:rPr lang="en-US" sz="2200" b="0" u="none" strike="noStrike" spc="125" dirty="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79" dirty="0" err="1">
                <a:solidFill>
                  <a:srgbClr val="2D2D2D"/>
                </a:solidFill>
                <a:effectLst/>
                <a:uFillTx/>
                <a:latin typeface="Arial MT"/>
              </a:rPr>
              <a:t>detección</a:t>
            </a:r>
            <a:r>
              <a:rPr lang="en-US" sz="2200" b="0" u="none" strike="noStrike" spc="26" dirty="0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6" dirty="0">
                <a:solidFill>
                  <a:srgbClr val="2D2D2D"/>
                </a:solidFill>
                <a:effectLst/>
                <a:uFillTx/>
                <a:latin typeface="Arial MT"/>
              </a:rPr>
              <a:t>de </a:t>
            </a:r>
            <a:r>
              <a:rPr lang="en-US" sz="2200" b="0" u="none" strike="noStrike" spc="-26" dirty="0" err="1">
                <a:solidFill>
                  <a:srgbClr val="262626"/>
                </a:solidFill>
                <a:effectLst/>
                <a:uFillTx/>
                <a:latin typeface="Arial MT"/>
              </a:rPr>
              <a:t>presencia</a:t>
            </a:r>
            <a:r>
              <a:rPr lang="en-US" sz="2200" b="0" u="none" strike="noStrike" spc="-26" dirty="0">
                <a:solidFill>
                  <a:srgbClr val="262626"/>
                </a:solidFill>
                <a:effectLst/>
                <a:uFillTx/>
                <a:latin typeface="Arial MT"/>
              </a:rPr>
              <a:t>.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object 4"/>
          <p:cNvSpPr/>
          <p:nvPr/>
        </p:nvSpPr>
        <p:spPr>
          <a:xfrm>
            <a:off x="11572200" y="4822200"/>
            <a:ext cx="6561000" cy="316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0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lang="en-US" sz="2050" b="0" u="none" strike="noStrike" spc="164">
                <a:solidFill>
                  <a:srgbClr val="004480"/>
                </a:solidFill>
                <a:effectLst/>
                <a:uFillTx/>
                <a:latin typeface="Calibri"/>
              </a:rPr>
              <a:t>Beneficios</a:t>
            </a:r>
            <a:r>
              <a:rPr lang="en-US" sz="2050" b="0" u="none" strike="noStrike" spc="-6">
                <a:solidFill>
                  <a:srgbClr val="004480"/>
                </a:solidFill>
                <a:effectLst/>
                <a:uFillTx/>
                <a:latin typeface="Calibri"/>
              </a:rPr>
              <a:t> </a:t>
            </a:r>
            <a:r>
              <a:rPr lang="en-US" sz="2050" b="0" u="none" strike="noStrike" spc="164">
                <a:solidFill>
                  <a:srgbClr val="0C3B82"/>
                </a:solidFill>
                <a:effectLst/>
                <a:uFillTx/>
                <a:latin typeface="Calibri"/>
              </a:rPr>
              <a:t>del</a:t>
            </a:r>
            <a:r>
              <a:rPr lang="en-US" sz="2050" b="0" u="none" strike="noStrike" spc="26">
                <a:solidFill>
                  <a:srgbClr val="0C3B82"/>
                </a:solidFill>
                <a:effectLst/>
                <a:uFillTx/>
                <a:latin typeface="Calibri"/>
              </a:rPr>
              <a:t> </a:t>
            </a:r>
            <a:r>
              <a:rPr lang="en-US" sz="2050" b="0" u="none" strike="noStrike" spc="145">
                <a:solidFill>
                  <a:srgbClr val="00418E"/>
                </a:solidFill>
                <a:effectLst/>
                <a:uFillTx/>
                <a:latin typeface="Calibri"/>
              </a:rPr>
              <a:t>Diseño</a:t>
            </a:r>
            <a:endParaRPr lang="en-US" sz="2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0120" indent="-1440" algn="just">
              <a:lnSpc>
                <a:spcPct val="113000"/>
              </a:lnSpc>
              <a:spcBef>
                <a:spcPts val="1579"/>
              </a:spcBef>
              <a:tabLst>
                <a:tab pos="0" algn="l"/>
              </a:tabLst>
            </a:pPr>
            <a:r>
              <a:rPr lang="en-US" sz="1900" b="0" u="none" strike="noStrike">
                <a:solidFill>
                  <a:srgbClr val="3B3B3B"/>
                </a:solidFill>
                <a:effectLst/>
                <a:uFillTx/>
                <a:latin typeface="Arial MT"/>
              </a:rPr>
              <a:t>Precisión</a:t>
            </a:r>
            <a:r>
              <a:rPr lang="en-US" sz="1900" b="0" u="none" strike="noStrike" spc="-136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">
                <a:solidFill>
                  <a:srgbClr val="3D3D3D"/>
                </a:solidFill>
                <a:effectLst/>
                <a:uFillTx/>
                <a:latin typeface="Arial MT"/>
              </a:rPr>
              <a:t>Temporal:</a:t>
            </a:r>
            <a:r>
              <a:rPr lang="en-US" sz="1900" b="0" u="none" strike="noStrike" spc="-60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21">
                <a:solidFill>
                  <a:srgbClr val="494949"/>
                </a:solidFill>
                <a:effectLst/>
                <a:uFillTx/>
                <a:latin typeface="Arial MT"/>
              </a:rPr>
              <a:t>El</a:t>
            </a:r>
            <a:r>
              <a:rPr lang="en-US" sz="1900" b="0" u="none" strike="noStrike" spc="91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54">
                <a:solidFill>
                  <a:srgbClr val="464646"/>
                </a:solidFill>
                <a:effectLst/>
                <a:uFillTx/>
                <a:latin typeface="Arial MT"/>
              </a:rPr>
              <a:t>muestreo</a:t>
            </a:r>
            <a:r>
              <a:rPr lang="en-US" sz="1900" b="0" u="none" strike="noStrike" spc="45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60">
                <a:solidFill>
                  <a:srgbClr val="464646"/>
                </a:solidFill>
                <a:effectLst/>
                <a:uFillTx/>
                <a:latin typeface="Arial MT"/>
              </a:rPr>
              <a:t>no</a:t>
            </a:r>
            <a:r>
              <a:rPr lang="en-US" sz="1900" b="0" u="none" strike="noStrike" spc="-74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0">
                <a:solidFill>
                  <a:srgbClr val="484848"/>
                </a:solidFill>
                <a:effectLst/>
                <a:uFillTx/>
                <a:latin typeface="Arial MT"/>
              </a:rPr>
              <a:t>depende</a:t>
            </a:r>
            <a:r>
              <a:rPr lang="en-US" sz="1900" b="0" u="none" strike="noStrike" spc="60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0">
                <a:solidFill>
                  <a:srgbClr val="4B4B4B"/>
                </a:solidFill>
                <a:effectLst/>
                <a:uFillTx/>
                <a:latin typeface="Arial MT"/>
              </a:rPr>
              <a:t>del</a:t>
            </a:r>
            <a:r>
              <a:rPr lang="en-US" sz="1900" b="0" u="none" strike="noStrike" spc="-113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0">
                <a:solidFill>
                  <a:srgbClr val="565656"/>
                </a:solidFill>
                <a:effectLst/>
                <a:uFillTx/>
                <a:latin typeface="Arial MT"/>
              </a:rPr>
              <a:t>tiempo</a:t>
            </a:r>
            <a:r>
              <a:rPr lang="en-US" sz="1900" b="0" u="none" strike="noStrike" spc="-51">
                <a:solidFill>
                  <a:srgbClr val="56565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6">
                <a:solidFill>
                  <a:srgbClr val="494949"/>
                </a:solidFill>
                <a:effectLst/>
                <a:uFillTx/>
                <a:latin typeface="Arial MT"/>
              </a:rPr>
              <a:t>de </a:t>
            </a:r>
            <a:r>
              <a:rPr lang="en-US" sz="1900" b="0" u="none" strike="noStrike" spc="-45">
                <a:solidFill>
                  <a:srgbClr val="363636"/>
                </a:solidFill>
                <a:effectLst/>
                <a:uFillTx/>
                <a:latin typeface="Arial MT"/>
              </a:rPr>
              <a:t>ejecución</a:t>
            </a:r>
            <a:r>
              <a:rPr lang="en-US" sz="1900" b="0" u="none" strike="noStrike" spc="-91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de</a:t>
            </a:r>
            <a:r>
              <a:rPr lang="en-US" sz="1900" b="0" u="none" strike="noStrike" spc="-130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71">
                <a:solidFill>
                  <a:srgbClr val="464646"/>
                </a:solidFill>
                <a:effectLst/>
                <a:uFillTx/>
                <a:latin typeface="Arial MT"/>
              </a:rPr>
              <a:t>las</a:t>
            </a:r>
            <a:r>
              <a:rPr lang="en-US" sz="1900" b="0" u="none" strike="noStrike" spc="-60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40">
                <a:solidFill>
                  <a:srgbClr val="424242"/>
                </a:solidFill>
                <a:effectLst/>
                <a:uFillTx/>
                <a:latin typeface="Arial MT"/>
              </a:rPr>
              <a:t>instrucciones</a:t>
            </a:r>
            <a:r>
              <a:rPr lang="en-US" sz="1900" b="0" u="none" strike="noStrike" spc="-11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de</a:t>
            </a:r>
            <a:r>
              <a:rPr lang="en-US" sz="1900" b="0" u="none" strike="noStrike" spc="-60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51">
                <a:solidFill>
                  <a:srgbClr val="3A3A3A"/>
                </a:solidFill>
                <a:effectLst/>
                <a:uFillTx/>
                <a:latin typeface="Arial MT"/>
              </a:rPr>
              <a:t>visualización</a:t>
            </a:r>
            <a:r>
              <a:rPr lang="en-US" sz="1900" b="0" u="none" strike="noStrike" spc="11">
                <a:solidFill>
                  <a:srgbClr val="3A3A3A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51">
                <a:solidFill>
                  <a:srgbClr val="4D4D4D"/>
                </a:solidFill>
                <a:effectLst/>
                <a:uFillTx/>
                <a:latin typeface="Arial MT"/>
              </a:rPr>
              <a:t>en</a:t>
            </a:r>
            <a:r>
              <a:rPr lang="en-US" sz="1900" b="0" u="none" strike="noStrike" spc="-79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54">
                <a:solidFill>
                  <a:srgbClr val="484848"/>
                </a:solidFill>
                <a:effectLst/>
                <a:uFillTx/>
                <a:latin typeface="Arial MT"/>
              </a:rPr>
              <a:t>la</a:t>
            </a:r>
            <a:r>
              <a:rPr lang="en-US" sz="1900" b="0" u="none" strike="noStrike" spc="-31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11">
                <a:solidFill>
                  <a:srgbClr val="484848"/>
                </a:solidFill>
                <a:effectLst/>
                <a:uFillTx/>
                <a:latin typeface="Arial MT"/>
              </a:rPr>
              <a:t>pantalla </a:t>
            </a:r>
            <a:r>
              <a:rPr lang="en-US" sz="1900" b="0" u="none" strike="noStrike" spc="-20">
                <a:solidFill>
                  <a:srgbClr val="494949"/>
                </a:solidFill>
                <a:effectLst/>
                <a:uFillTx/>
                <a:latin typeface="Arial MT"/>
              </a:rPr>
              <a:t>LCD.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2280" indent="-720">
              <a:lnSpc>
                <a:spcPct val="120000"/>
              </a:lnSpc>
              <a:spcBef>
                <a:spcPts val="1216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Bajo</a:t>
            </a:r>
            <a:r>
              <a:rPr lang="en-US" sz="1800" b="0" u="none" strike="noStrike" spc="136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65">
                <a:solidFill>
                  <a:srgbClr val="3D3D3D"/>
                </a:solidFill>
                <a:effectLst/>
                <a:uFillTx/>
                <a:latin typeface="Arial MT"/>
              </a:rPr>
              <a:t>Procesamiento:</a:t>
            </a:r>
            <a:r>
              <a:rPr lang="en-US" sz="1800" b="0" u="none" strike="noStrike" spc="-136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1">
                <a:solidFill>
                  <a:srgbClr val="4F6977"/>
                </a:solidFill>
                <a:effectLst/>
                <a:uFillTx/>
                <a:latin typeface="Arial MT"/>
              </a:rPr>
              <a:t>El</a:t>
            </a:r>
            <a:r>
              <a:rPr lang="en-US" sz="1800" b="0" u="none" strike="noStrike" spc="40">
                <a:solidFill>
                  <a:srgbClr val="4F6977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microcontrolador</a:t>
            </a:r>
            <a:r>
              <a:rPr lang="en-US" sz="1800" b="0" u="none" strike="noStrike" spc="65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permanece</a:t>
            </a:r>
            <a:r>
              <a:rPr lang="en-US" sz="1800" b="0" u="none" strike="noStrike" spc="176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84848"/>
                </a:solidFill>
                <a:effectLst/>
                <a:uFillTx/>
                <a:latin typeface="Arial MT"/>
              </a:rPr>
              <a:t>ocioso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entre</a:t>
            </a:r>
            <a:r>
              <a:rPr lang="en-US" sz="1800" b="0" u="none" strike="noStrike" spc="65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ciclos</a:t>
            </a:r>
            <a:r>
              <a:rPr lang="en-US" sz="1800" b="0" u="none" strike="noStrike" spc="96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26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captura,</a:t>
            </a:r>
            <a:r>
              <a:rPr lang="en-US" sz="1800" b="0" u="none" strike="noStrike" spc="139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reduciendo</a:t>
            </a:r>
            <a:r>
              <a:rPr lang="en-US" sz="1800" b="0" u="none" strike="noStrike" spc="150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84848"/>
                </a:solidFill>
                <a:effectLst/>
                <a:uFillTx/>
                <a:latin typeface="Arial MT"/>
              </a:rPr>
              <a:t>el</a:t>
            </a:r>
            <a:r>
              <a:rPr lang="en-US" sz="1800" b="0" u="none" strike="noStrike" spc="-34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consumo</a:t>
            </a:r>
            <a:r>
              <a:rPr lang="en-US" sz="1800" b="0" u="none" strike="noStrike" spc="79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84848"/>
                </a:solidFill>
                <a:effectLst/>
                <a:uFillTx/>
                <a:latin typeface="Arial MT"/>
              </a:rPr>
              <a:t>eléctrico.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3360" indent="6840">
              <a:lnSpc>
                <a:spcPct val="120000"/>
              </a:lnSpc>
              <a:spcBef>
                <a:spcPts val="1239"/>
              </a:spcBef>
              <a:tabLst>
                <a:tab pos="0" algn="l"/>
              </a:tabLst>
            </a:pPr>
            <a:r>
              <a:rPr lang="en-US" sz="1800" b="0" u="none" strike="noStrike" spc="54">
                <a:solidFill>
                  <a:srgbClr val="494949"/>
                </a:solidFill>
                <a:effectLst/>
                <a:uFillTx/>
                <a:latin typeface="Arial MT"/>
              </a:rPr>
              <a:t>Atención</a:t>
            </a:r>
            <a:r>
              <a:rPr lang="en-US" sz="1800" b="0" u="none" strike="noStrike" spc="71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B3B3B"/>
                </a:solidFill>
                <a:effectLst/>
                <a:uFillTx/>
                <a:latin typeface="Arial MT"/>
              </a:rPr>
              <a:t>Inmediata:</a:t>
            </a:r>
            <a:r>
              <a:rPr lang="en-US" sz="1800" b="0" u="none" strike="noStrike" spc="45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La</a:t>
            </a:r>
            <a:r>
              <a:rPr lang="en-US" sz="1800" b="0" u="none" strike="noStrike" spc="130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interrupción</a:t>
            </a:r>
            <a:r>
              <a:rPr lang="en-US" sz="1800" b="0" u="none" strike="noStrike" spc="150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105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84848"/>
                </a:solidFill>
                <a:effectLst/>
                <a:uFillTx/>
                <a:latin typeface="Arial MT"/>
              </a:rPr>
              <a:t>seguridad</a:t>
            </a:r>
            <a:r>
              <a:rPr lang="en-US" sz="1800" b="0" u="none" strike="noStrike" spc="281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71">
                <a:solidFill>
                  <a:srgbClr val="525252"/>
                </a:solidFill>
                <a:effectLst/>
                <a:uFillTx/>
                <a:latin typeface="Arial MT"/>
              </a:rPr>
              <a:t>(PIR)</a:t>
            </a:r>
            <a:r>
              <a:rPr lang="en-US" sz="1800" b="0" u="none" strike="noStrike" spc="244">
                <a:solidFill>
                  <a:srgbClr val="52525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6">
                <a:solidFill>
                  <a:srgbClr val="464646"/>
                </a:solidFill>
                <a:effectLst/>
                <a:uFillTx/>
                <a:latin typeface="Arial MT"/>
              </a:rPr>
              <a:t>es </a:t>
            </a:r>
            <a:r>
              <a:rPr lang="en-US" sz="18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prioritaria</a:t>
            </a:r>
            <a:r>
              <a:rPr lang="en-US" sz="1800" b="0" u="none" strike="noStrike" spc="190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24242"/>
                </a:solidFill>
                <a:effectLst/>
                <a:uFillTx/>
                <a:latin typeface="Arial MT"/>
              </a:rPr>
              <a:t>y</a:t>
            </a:r>
            <a:r>
              <a:rPr lang="en-US" sz="1800" b="0" u="none" strike="noStrike" spc="20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no</a:t>
            </a:r>
            <a:r>
              <a:rPr lang="en-US" sz="1800" b="0" u="none" strike="noStrike" spc="-79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F3F3F"/>
                </a:solidFill>
                <a:effectLst/>
                <a:uFillTx/>
                <a:latin typeface="Arial MT"/>
              </a:rPr>
              <a:t>espera</a:t>
            </a:r>
            <a:r>
              <a:rPr lang="en-US" sz="1800" b="0" u="none" strike="noStrike" spc="105">
                <a:solidFill>
                  <a:srgbClr val="3F3F3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que</a:t>
            </a:r>
            <a:r>
              <a:rPr lang="en-US" sz="1800" b="0" u="none" strike="noStrike" spc="-6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culmine</a:t>
            </a:r>
            <a:r>
              <a:rPr lang="en-US" sz="1800" b="0" u="none" strike="noStrike" spc="45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el</a:t>
            </a:r>
            <a:r>
              <a:rPr lang="en-US" sz="1800" b="0" u="none" strike="noStrike" spc="-74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bucle</a:t>
            </a:r>
            <a:r>
              <a:rPr lang="en-US" sz="1800" b="0" u="none" strike="noStrike" spc="6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B4B4B"/>
                </a:solidFill>
                <a:effectLst/>
                <a:uFillTx/>
                <a:latin typeface="Arial MT"/>
              </a:rPr>
              <a:t>principal.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object 5"/>
          <p:cNvSpPr/>
          <p:nvPr/>
        </p:nvSpPr>
        <p:spPr>
          <a:xfrm>
            <a:off x="17130960" y="1148760"/>
            <a:ext cx="1544040" cy="28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8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25"/>
              </a:spcBef>
              <a:tabLst>
                <a:tab pos="442080" algn="l"/>
              </a:tabLst>
            </a:pPr>
            <a:r>
              <a:rPr lang="en-US" sz="1650" b="0" u="none" strike="noStrike" spc="45">
                <a:solidFill>
                  <a:srgbClr val="6D9AC1"/>
                </a:solidFill>
                <a:effectLst/>
                <a:uFillTx/>
                <a:latin typeface="Calibri"/>
              </a:rPr>
              <a:t>08.</a:t>
            </a:r>
            <a:r>
              <a:rPr lang="en-US" sz="1650" b="0" u="none" strike="noStrike">
                <a:solidFill>
                  <a:srgbClr val="6D9AC1"/>
                </a:solidFill>
                <a:effectLst/>
                <a:uFillTx/>
                <a:latin typeface="Calibri"/>
              </a:rPr>
              <a:t>	</a:t>
            </a:r>
            <a:r>
              <a:rPr lang="en-US" sz="1650" b="0" u="none" strike="noStrike">
                <a:solidFill>
                  <a:srgbClr val="34679C"/>
                </a:solidFill>
                <a:effectLst/>
                <a:uFillTx/>
                <a:latin typeface="Calibri"/>
              </a:rPr>
              <a:t>BAJ0</a:t>
            </a:r>
            <a:r>
              <a:rPr lang="en-US" sz="1650" b="0" u="none" strike="noStrike" spc="164">
                <a:solidFill>
                  <a:srgbClr val="34679C"/>
                </a:solidFill>
                <a:effectLst/>
                <a:uFillTx/>
                <a:latin typeface="Calibri"/>
              </a:rPr>
              <a:t>  </a:t>
            </a:r>
            <a:r>
              <a:rPr lang="en-US" sz="1650" b="0" u="none" strike="noStrike" spc="54">
                <a:solidFill>
                  <a:srgbClr val="0E3B6E"/>
                </a:solidFill>
                <a:effectLst/>
                <a:uFillTx/>
                <a:latin typeface="Calibri"/>
              </a:rPr>
              <a:t>NIVEL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object 2"/>
          <p:cNvSpPr/>
          <p:nvPr/>
        </p:nvSpPr>
        <p:spPr>
          <a:xfrm>
            <a:off x="17057160" y="1087560"/>
            <a:ext cx="1759320" cy="360"/>
          </a:xfrm>
          <a:custGeom>
            <a:avLst/>
            <a:gdLst>
              <a:gd name="textAreaLeft" fmla="*/ 0 w 1759320"/>
              <a:gd name="textAreaRight" fmla="*/ 1759680 w 175932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759584">
                <a:moveTo>
                  <a:pt x="0" y="0"/>
                </a:moveTo>
                <a:lnTo>
                  <a:pt x="1759108" y="0"/>
                </a:lnTo>
              </a:path>
            </a:pathLst>
          </a:custGeom>
          <a:noFill/>
          <a:ln w="7853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object 3"/>
          <p:cNvPicPr/>
          <p:nvPr/>
        </p:nvPicPr>
        <p:blipFill>
          <a:blip r:embed="rId2"/>
          <a:stretch/>
        </p:blipFill>
        <p:spPr>
          <a:xfrm>
            <a:off x="1586160" y="6141240"/>
            <a:ext cx="1012680" cy="21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220400" y="857520"/>
            <a:ext cx="13772880" cy="771840"/>
          </a:xfrm>
          <a:prstGeom prst="rect">
            <a:avLst/>
          </a:prstGeom>
          <a:noFill/>
          <a:ln w="0">
            <a:noFill/>
          </a:ln>
        </p:spPr>
        <p:txBody>
          <a:bodyPr lIns="0" tIns="12240" rIns="0" bIns="0" anchor="t">
            <a:spAutoFit/>
          </a:bodyPr>
          <a:lstStyle/>
          <a:p>
            <a:pPr marL="1908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en-US" sz="4900" b="0" u="none" strike="noStrike" spc="-164">
                <a:solidFill>
                  <a:srgbClr val="013874"/>
                </a:solidFill>
                <a:effectLst/>
                <a:uFillTx/>
                <a:latin typeface="Arial MT"/>
              </a:rPr>
              <a:t>Protocolos</a:t>
            </a:r>
            <a:r>
              <a:rPr lang="en-US" sz="4900" b="0" u="none" strike="noStrike" spc="-181">
                <a:solidFill>
                  <a:srgbClr val="013874"/>
                </a:solidFill>
                <a:effectLst/>
                <a:uFillTx/>
                <a:latin typeface="Arial MT"/>
              </a:rPr>
              <a:t> </a:t>
            </a:r>
            <a:r>
              <a:rPr lang="en-US" sz="4900" b="0" u="none" strike="noStrike" spc="-201">
                <a:solidFill>
                  <a:srgbClr val="004487"/>
                </a:solidFill>
                <a:effectLst/>
                <a:uFillTx/>
                <a:latin typeface="Arial MT"/>
              </a:rPr>
              <a:t>de</a:t>
            </a:r>
            <a:r>
              <a:rPr lang="en-US" sz="4900" b="0" u="none" strike="noStrike" spc="-621">
                <a:solidFill>
                  <a:srgbClr val="004487"/>
                </a:solidFill>
                <a:effectLst/>
                <a:uFillTx/>
                <a:latin typeface="Arial MT"/>
              </a:rPr>
              <a:t> </a:t>
            </a:r>
            <a:r>
              <a:rPr lang="en-US" sz="4900" b="0" u="none" strike="noStrike" spc="-125">
                <a:solidFill>
                  <a:srgbClr val="003B72"/>
                </a:solidFill>
                <a:effectLst/>
                <a:uFillTx/>
                <a:latin typeface="Arial MT"/>
              </a:rPr>
              <a:t>Comunicación</a:t>
            </a:r>
            <a:r>
              <a:rPr lang="en-US" sz="4900" b="0" u="none" strike="noStrike" spc="-31">
                <a:solidFill>
                  <a:srgbClr val="003B72"/>
                </a:solidFill>
                <a:effectLst/>
                <a:uFillTx/>
                <a:latin typeface="Arial MT"/>
              </a:rPr>
              <a:t> </a:t>
            </a:r>
            <a:r>
              <a:rPr lang="en-US" sz="4900" b="0" u="none" strike="noStrike" spc="-119">
                <a:solidFill>
                  <a:srgbClr val="003D85"/>
                </a:solidFill>
                <a:effectLst/>
                <a:uFillTx/>
                <a:latin typeface="Arial MT"/>
              </a:rPr>
              <a:t>Soportados</a:t>
            </a:r>
            <a:endParaRPr lang="en-US" sz="4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0" name="object 5"/>
          <p:cNvSpPr/>
          <p:nvPr/>
        </p:nvSpPr>
        <p:spPr>
          <a:xfrm>
            <a:off x="17122680" y="1165320"/>
            <a:ext cx="1531440" cy="26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6"/>
              </a:spcBef>
              <a:tabLst>
                <a:tab pos="452880" algn="l"/>
              </a:tabLst>
            </a:pPr>
            <a:r>
              <a:rPr lang="en-US" sz="1550" b="0" u="none" strike="noStrike" spc="-26">
                <a:solidFill>
                  <a:srgbClr val="113160"/>
                </a:solidFill>
                <a:effectLst/>
                <a:uFillTx/>
                <a:latin typeface="Arial MT"/>
              </a:rPr>
              <a:t>09.</a:t>
            </a:r>
            <a:r>
              <a:rPr lang="en-US" sz="1550" b="0" u="none" strike="noStrike">
                <a:solidFill>
                  <a:srgbClr val="113160"/>
                </a:solidFill>
                <a:effectLst/>
                <a:uFillTx/>
                <a:latin typeface="Arial MT"/>
              </a:rPr>
              <a:t>	</a:t>
            </a:r>
            <a:r>
              <a:rPr lang="en-US" sz="1550" b="0" u="none" strike="noStrike" spc="-281">
                <a:solidFill>
                  <a:srgbClr val="467CB3"/>
                </a:solidFill>
                <a:effectLst/>
                <a:uFillTx/>
                <a:latin typeface="Arial MT"/>
              </a:rPr>
              <a:t>PROTOCOLOS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object 6"/>
          <p:cNvSpPr/>
          <p:nvPr/>
        </p:nvSpPr>
        <p:spPr>
          <a:xfrm>
            <a:off x="1236960" y="4569480"/>
            <a:ext cx="17065440" cy="74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960" rIns="0" bIns="0" anchor="t">
            <a:spAutoFit/>
          </a:bodyPr>
          <a:lstStyle/>
          <a:p>
            <a:pPr marL="15840" indent="-3960">
              <a:lnSpc>
                <a:spcPct val="103000"/>
              </a:lnSpc>
              <a:spcBef>
                <a:spcPts val="31"/>
              </a:spcBef>
              <a:tabLst>
                <a:tab pos="0" algn="l"/>
              </a:tabLst>
            </a:pPr>
            <a:r>
              <a:rPr lang="en-US" sz="2300" b="0" u="none" strike="noStrike" spc="-201">
                <a:solidFill>
                  <a:srgbClr val="2D2D2D"/>
                </a:solidFill>
                <a:effectLst/>
                <a:uFillTx/>
                <a:latin typeface="Arial MT"/>
              </a:rPr>
              <a:t>Debido</a:t>
            </a:r>
            <a:r>
              <a:rPr lang="en-US" sz="2300" b="0" u="none" strike="noStrike" spc="26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309">
                <a:solidFill>
                  <a:srgbClr val="2B4654"/>
                </a:solidFill>
                <a:effectLst/>
                <a:uFillTx/>
                <a:latin typeface="Arial MT"/>
              </a:rPr>
              <a:t>a</a:t>
            </a:r>
            <a:r>
              <a:rPr lang="en-US" sz="2300" b="0" u="none" strike="noStrike" spc="-139">
                <a:solidFill>
                  <a:srgbClr val="2B4654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181">
                <a:solidFill>
                  <a:srgbClr val="344D70"/>
                </a:solidFill>
                <a:effectLst/>
                <a:uFillTx/>
                <a:latin typeface="Arial MT"/>
              </a:rPr>
              <a:t>la</a:t>
            </a:r>
            <a:r>
              <a:rPr lang="en-US" sz="2300" b="0" u="none" strike="noStrike" spc="-130">
                <a:solidFill>
                  <a:srgbClr val="344D70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145">
                <a:solidFill>
                  <a:srgbClr val="232323"/>
                </a:solidFill>
                <a:effectLst/>
                <a:uFillTx/>
                <a:latin typeface="Arial MT"/>
              </a:rPr>
              <a:t>coexistencia</a:t>
            </a:r>
            <a:r>
              <a:rPr lang="en-US" sz="2300" b="0" u="none" strike="noStrike" spc="20">
                <a:solidFill>
                  <a:srgbClr val="232323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224">
                <a:solidFill>
                  <a:srgbClr val="363636"/>
                </a:solidFill>
                <a:effectLst/>
                <a:uFillTx/>
                <a:latin typeface="Arial MT"/>
              </a:rPr>
              <a:t>de</a:t>
            </a:r>
            <a:r>
              <a:rPr lang="en-US" sz="2300" b="0" u="none" strike="noStrike" spc="-60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119">
                <a:solidFill>
                  <a:srgbClr val="333333"/>
                </a:solidFill>
                <a:effectLst/>
                <a:uFillTx/>
                <a:latin typeface="Arial MT"/>
              </a:rPr>
              <a:t>diferentes</a:t>
            </a:r>
            <a:r>
              <a:rPr lang="en-US" sz="2300" b="0" u="none" strike="noStrike" spc="45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139">
                <a:solidFill>
                  <a:srgbClr val="2D2D2D"/>
                </a:solidFill>
                <a:effectLst/>
                <a:uFillTx/>
                <a:latin typeface="Arial MT"/>
              </a:rPr>
              <a:t>dispositivos</a:t>
            </a:r>
            <a:r>
              <a:rPr lang="en-US" sz="2300" b="0" u="none" strike="noStrike" spc="51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201">
                <a:solidFill>
                  <a:srgbClr val="343434"/>
                </a:solidFill>
                <a:effectLst/>
                <a:uFillTx/>
                <a:latin typeface="Arial MT"/>
              </a:rPr>
              <a:t>en</a:t>
            </a:r>
            <a:r>
              <a:rPr lang="en-US" sz="2300" b="0" u="none" strike="noStrike" spc="-113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145">
                <a:solidFill>
                  <a:srgbClr val="313131"/>
                </a:solidFill>
                <a:effectLst/>
                <a:uFillTx/>
                <a:latin typeface="Arial MT"/>
              </a:rPr>
              <a:t>el</a:t>
            </a:r>
            <a:r>
              <a:rPr lang="en-US" sz="2300" b="0" u="none" strike="noStrike" spc="-6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184">
                <a:solidFill>
                  <a:srgbClr val="2D2D2D"/>
                </a:solidFill>
                <a:effectLst/>
                <a:uFillTx/>
                <a:latin typeface="Arial MT"/>
              </a:rPr>
              <a:t>sistema,</a:t>
            </a:r>
            <a:r>
              <a:rPr lang="en-US" sz="2300" b="0" u="none" strike="noStrike" spc="54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261">
                <a:solidFill>
                  <a:srgbClr val="333333"/>
                </a:solidFill>
                <a:effectLst/>
                <a:uFillTx/>
                <a:latin typeface="Arial MT"/>
              </a:rPr>
              <a:t>se</a:t>
            </a:r>
            <a:r>
              <a:rPr lang="en-US" sz="2300" b="0" u="none" strike="noStrike" spc="-6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255">
                <a:solidFill>
                  <a:srgbClr val="3D3D3D"/>
                </a:solidFill>
                <a:effectLst/>
                <a:uFillTx/>
                <a:latin typeface="Arial MT"/>
              </a:rPr>
              <a:t>han</a:t>
            </a:r>
            <a:r>
              <a:rPr lang="en-US" sz="2300" b="0" u="none" strike="noStrike" spc="-65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159">
                <a:solidFill>
                  <a:srgbClr val="2A2A2A"/>
                </a:solidFill>
                <a:effectLst/>
                <a:uFillTx/>
                <a:latin typeface="Arial MT"/>
              </a:rPr>
              <a:t>integrado</a:t>
            </a:r>
            <a:r>
              <a:rPr lang="en-US" sz="2300" b="0" u="none" strike="noStrike" spc="99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215">
                <a:solidFill>
                  <a:srgbClr val="363636"/>
                </a:solidFill>
                <a:effectLst/>
                <a:uFillTx/>
                <a:latin typeface="Arial MT"/>
              </a:rPr>
              <a:t>y</a:t>
            </a:r>
            <a:r>
              <a:rPr lang="en-US" sz="2300" b="0" u="none" strike="noStrike" spc="-159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145">
                <a:solidFill>
                  <a:srgbClr val="2B2B2B"/>
                </a:solidFill>
                <a:effectLst/>
                <a:uFillTx/>
                <a:latin typeface="Arial MT"/>
              </a:rPr>
              <a:t>configurado</a:t>
            </a:r>
            <a:r>
              <a:rPr lang="en-US" sz="2300" b="0" u="none" strike="noStrike" spc="60">
                <a:solidFill>
                  <a:srgbClr val="2B2B2B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113">
                <a:solidFill>
                  <a:srgbClr val="2F2F2F"/>
                </a:solidFill>
                <a:effectLst/>
                <a:uFillTx/>
                <a:latin typeface="Arial MT"/>
              </a:rPr>
              <a:t>tres </a:t>
            </a:r>
            <a:r>
              <a:rPr lang="en-US" sz="2300" b="0" u="none" strike="noStrike" spc="-130">
                <a:solidFill>
                  <a:srgbClr val="282828"/>
                </a:solidFill>
                <a:effectLst/>
                <a:uFillTx/>
                <a:latin typeface="Arial MT"/>
              </a:rPr>
              <a:t>protocolos</a:t>
            </a:r>
            <a:r>
              <a:rPr lang="en-US" sz="2300" b="0" u="none" strike="noStrike" spc="79">
                <a:solidFill>
                  <a:srgbClr val="282828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224">
                <a:solidFill>
                  <a:srgbClr val="313131"/>
                </a:solidFill>
                <a:effectLst/>
                <a:uFillTx/>
                <a:latin typeface="Arial MT"/>
              </a:rPr>
              <a:t>de</a:t>
            </a:r>
            <a:r>
              <a:rPr lang="en-US" sz="2300" b="0" u="none" strike="noStrike" spc="-71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159">
                <a:solidFill>
                  <a:srgbClr val="2D2D2D"/>
                </a:solidFill>
                <a:effectLst/>
                <a:uFillTx/>
                <a:latin typeface="Arial MT"/>
              </a:rPr>
              <a:t>comunicación</a:t>
            </a:r>
            <a:r>
              <a:rPr lang="en-US" sz="2300" b="0" u="none" strike="noStrike" spc="164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130">
                <a:solidFill>
                  <a:srgbClr val="2F2F2F"/>
                </a:solidFill>
                <a:effectLst/>
                <a:uFillTx/>
                <a:latin typeface="Arial MT"/>
              </a:rPr>
              <a:t>digital</a:t>
            </a:r>
            <a:r>
              <a:rPr lang="en-US" sz="2300" b="0" u="none" strike="noStrike" spc="11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170">
                <a:solidFill>
                  <a:srgbClr val="363636"/>
                </a:solidFill>
                <a:effectLst/>
                <a:uFillTx/>
                <a:latin typeface="Arial MT"/>
              </a:rPr>
              <a:t>nativos</a:t>
            </a:r>
            <a:r>
              <a:rPr lang="en-US" sz="2300" b="0" u="none" strike="noStrike" spc="-6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201">
                <a:solidFill>
                  <a:srgbClr val="313131"/>
                </a:solidFill>
                <a:effectLst/>
                <a:uFillTx/>
                <a:latin typeface="Arial MT"/>
              </a:rPr>
              <a:t>en</a:t>
            </a:r>
            <a:r>
              <a:rPr lang="en-US" sz="2300" b="0" u="none" strike="noStrike" spc="-113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26">
                <a:solidFill>
                  <a:srgbClr val="2F2F2F"/>
                </a:solidFill>
                <a:effectLst/>
                <a:uFillTx/>
                <a:latin typeface="Arial MT"/>
              </a:rPr>
              <a:t>una </a:t>
            </a:r>
            <a:r>
              <a:rPr lang="en-US" sz="2300" b="0" u="none" strike="noStrike" spc="-255">
                <a:solidFill>
                  <a:srgbClr val="2A2A2A"/>
                </a:solidFill>
                <a:effectLst/>
                <a:uFillTx/>
                <a:latin typeface="Arial MT"/>
              </a:rPr>
              <a:t>misma</a:t>
            </a:r>
            <a:r>
              <a:rPr lang="en-US" sz="2300" b="0" u="none" strike="noStrike" spc="-51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176">
                <a:solidFill>
                  <a:srgbClr val="282828"/>
                </a:solidFill>
                <a:effectLst/>
                <a:uFillTx/>
                <a:latin typeface="Arial MT"/>
              </a:rPr>
              <a:t>topología</a:t>
            </a:r>
            <a:r>
              <a:rPr lang="en-US" sz="2300" b="0" u="none" strike="noStrike" spc="45">
                <a:solidFill>
                  <a:srgbClr val="282828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224">
                <a:solidFill>
                  <a:srgbClr val="3B3B3B"/>
                </a:solidFill>
                <a:effectLst/>
                <a:uFillTx/>
                <a:latin typeface="Arial MT"/>
              </a:rPr>
              <a:t>de</a:t>
            </a:r>
            <a:r>
              <a:rPr lang="en-US" sz="2300" b="0" u="none" strike="noStrike" spc="-51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184">
                <a:solidFill>
                  <a:srgbClr val="262626"/>
                </a:solidFill>
                <a:effectLst/>
                <a:uFillTx/>
                <a:latin typeface="Arial MT"/>
              </a:rPr>
              <a:t>bus</a:t>
            </a:r>
            <a:r>
              <a:rPr lang="en-US" sz="2300" b="0" u="none" strike="noStrike" spc="-91">
                <a:solidFill>
                  <a:srgbClr val="262626"/>
                </a:solidFill>
                <a:effectLst/>
                <a:uFillTx/>
                <a:latin typeface="Arial MT"/>
              </a:rPr>
              <a:t> </a:t>
            </a:r>
            <a:r>
              <a:rPr lang="en-US" sz="2300" b="0" u="none" strike="noStrike" spc="-11">
                <a:solidFill>
                  <a:srgbClr val="2A2A2A"/>
                </a:solidFill>
                <a:effectLst/>
                <a:uFillTx/>
                <a:latin typeface="Arial MT"/>
              </a:rPr>
              <a:t>físico: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object 7"/>
          <p:cNvSpPr/>
          <p:nvPr/>
        </p:nvSpPr>
        <p:spPr>
          <a:xfrm>
            <a:off x="1573920" y="6489720"/>
            <a:ext cx="3567600" cy="134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 indent="-720">
              <a:lnSpc>
                <a:spcPct val="111000"/>
              </a:lnSpc>
              <a:spcBef>
                <a:spcPts val="130"/>
              </a:spcBef>
              <a:tabLst>
                <a:tab pos="0" algn="l"/>
              </a:tabLst>
            </a:pPr>
            <a:r>
              <a:rPr lang="en-US" sz="1550" b="0" u="none" strike="noStrike">
                <a:solidFill>
                  <a:srgbClr val="676767"/>
                </a:solidFill>
                <a:effectLst/>
                <a:uFillTx/>
                <a:latin typeface="Arial MT"/>
              </a:rPr>
              <a:t>Utiliz</a:t>
            </a:r>
            <a:r>
              <a:rPr lang="en-US" sz="1550" b="0" u="none" strike="noStrike" spc="-289">
                <a:solidFill>
                  <a:srgbClr val="676767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AFAFAF"/>
                </a:solidFill>
                <a:effectLst/>
                <a:uFillTx/>
                <a:latin typeface="Arial MT"/>
              </a:rPr>
              <a:t>ado</a:t>
            </a:r>
            <a:r>
              <a:rPr lang="en-US" sz="1550" b="0" u="none" strike="noStrike" spc="-11">
                <a:solidFill>
                  <a:srgbClr val="AFAFAF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727272"/>
                </a:solidFill>
                <a:effectLst/>
                <a:uFillTx/>
                <a:latin typeface="Arial MT"/>
              </a:rPr>
              <a:t>por</a:t>
            </a:r>
            <a:r>
              <a:rPr lang="en-US" sz="1550" b="0" u="none" strike="noStrike" spc="54">
                <a:solidFill>
                  <a:srgbClr val="727272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B6B6B"/>
                </a:solidFill>
                <a:effectLst/>
                <a:uFillTx/>
                <a:latin typeface="Arial MT"/>
              </a:rPr>
              <a:t>las</a:t>
            </a:r>
            <a:r>
              <a:rPr lang="en-US" sz="1550" b="0" u="none" strike="noStrike" spc="-31">
                <a:solidFill>
                  <a:srgbClr val="6B6B6B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26">
                <a:solidFill>
                  <a:srgbClr val="6B6B6B"/>
                </a:solidFill>
                <a:effectLst/>
                <a:uFillTx/>
                <a:latin typeface="Arial MT"/>
              </a:rPr>
              <a:t>sondas</a:t>
            </a:r>
            <a:r>
              <a:rPr lang="en-US" sz="1550" b="0" u="none" strike="noStrike" spc="-40">
                <a:solidFill>
                  <a:srgbClr val="6B6B6B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99">
                <a:solidFill>
                  <a:srgbClr val="676767"/>
                </a:solidFill>
                <a:effectLst/>
                <a:uFillTx/>
                <a:latin typeface="Arial MT"/>
              </a:rPr>
              <a:t>DS18B</a:t>
            </a:r>
            <a:r>
              <a:rPr lang="en-US" sz="1550" b="0" u="none" strike="noStrike" spc="-286">
                <a:solidFill>
                  <a:srgbClr val="676767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26">
                <a:solidFill>
                  <a:srgbClr val="606060"/>
                </a:solidFill>
                <a:effectLst/>
                <a:uFillTx/>
                <a:latin typeface="Arial MT"/>
              </a:rPr>
              <a:t>20. </a:t>
            </a:r>
            <a:r>
              <a:rPr lang="en-US" sz="1550" b="0" u="none" strike="noStrike">
                <a:solidFill>
                  <a:srgbClr val="646464"/>
                </a:solidFill>
                <a:effectLst/>
                <a:uFillTx/>
                <a:latin typeface="Arial MT"/>
              </a:rPr>
              <a:t>Permite</a:t>
            </a:r>
            <a:r>
              <a:rPr lang="en-US" sz="1550" b="0" u="none" strike="noStrike" spc="40">
                <a:solidFill>
                  <a:srgbClr val="646464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20">
                <a:solidFill>
                  <a:srgbClr val="B3B3B3"/>
                </a:solidFill>
                <a:effectLst/>
                <a:uFillTx/>
                <a:latin typeface="Arial MT"/>
              </a:rPr>
              <a:t>enlaz</a:t>
            </a:r>
            <a:r>
              <a:rPr lang="en-US" sz="1550" b="0" u="none" strike="noStrike" spc="-244">
                <a:solidFill>
                  <a:srgbClr val="B3B3B3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5D7083"/>
                </a:solidFill>
                <a:effectLst/>
                <a:uFillTx/>
                <a:latin typeface="Arial MT"/>
              </a:rPr>
              <a:t>ar</a:t>
            </a:r>
            <a:r>
              <a:rPr lang="en-US" sz="1550" b="0" u="none" strike="noStrike" spc="91">
                <a:solidFill>
                  <a:srgbClr val="5D7083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8EA3B8"/>
                </a:solidFill>
                <a:effectLst/>
                <a:uFillTx/>
                <a:latin typeface="Arial MT"/>
              </a:rPr>
              <a:t>m</a:t>
            </a:r>
            <a:r>
              <a:rPr lang="en-US" sz="1550" b="0" u="none" strike="noStrike">
                <a:solidFill>
                  <a:srgbClr val="676767"/>
                </a:solidFill>
                <a:effectLst/>
                <a:uFillTx/>
                <a:latin typeface="Arial MT"/>
              </a:rPr>
              <a:t>últiples</a:t>
            </a:r>
            <a:r>
              <a:rPr lang="en-US" sz="1550" b="0" u="none" strike="noStrike" spc="54">
                <a:solidFill>
                  <a:srgbClr val="676767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11">
                <a:solidFill>
                  <a:srgbClr val="626262"/>
                </a:solidFill>
                <a:effectLst/>
                <a:uFillTx/>
                <a:latin typeface="Arial MT"/>
              </a:rPr>
              <a:t>sensores</a:t>
            </a:r>
            <a:r>
              <a:rPr lang="en-US" sz="1550" b="0" u="none" strike="noStrike" spc="65">
                <a:solidFill>
                  <a:srgbClr val="626262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20">
                <a:solidFill>
                  <a:srgbClr val="898989"/>
                </a:solidFill>
                <a:effectLst/>
                <a:uFillTx/>
                <a:latin typeface="Arial MT"/>
              </a:rPr>
              <a:t>bajo </a:t>
            </a:r>
            <a:r>
              <a:rPr lang="en-US" sz="1550" b="0" u="none" strike="noStrike">
                <a:solidFill>
                  <a:srgbClr val="696969"/>
                </a:solidFill>
                <a:effectLst/>
                <a:uFillTx/>
                <a:latin typeface="Arial MT"/>
              </a:rPr>
              <a:t>una única</a:t>
            </a:r>
            <a:r>
              <a:rPr lang="en-US" sz="1550" b="0" u="none" strike="noStrike" spc="-6">
                <a:solidFill>
                  <a:srgbClr val="696969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96969"/>
                </a:solidFill>
                <a:effectLst/>
                <a:uFillTx/>
                <a:latin typeface="Arial MT"/>
              </a:rPr>
              <a:t>linea</a:t>
            </a:r>
            <a:r>
              <a:rPr lang="en-US" sz="1550" b="0" u="none" strike="noStrike" spc="-34">
                <a:solidFill>
                  <a:srgbClr val="696969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67989"/>
                </a:solidFill>
                <a:effectLst/>
                <a:uFillTx/>
                <a:latin typeface="Arial MT"/>
              </a:rPr>
              <a:t>fisica </a:t>
            </a:r>
            <a:r>
              <a:rPr lang="en-US" sz="1550" b="0" u="none" strike="noStrike">
                <a:solidFill>
                  <a:srgbClr val="646464"/>
                </a:solidFill>
                <a:effectLst/>
                <a:uFillTx/>
                <a:latin typeface="Arial MT"/>
              </a:rPr>
              <a:t>de</a:t>
            </a:r>
            <a:r>
              <a:rPr lang="en-US" sz="1550" b="0" u="none" strike="noStrike" spc="-71">
                <a:solidFill>
                  <a:srgbClr val="646464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26">
                <a:solidFill>
                  <a:srgbClr val="606060"/>
                </a:solidFill>
                <a:effectLst/>
                <a:uFillTx/>
                <a:latin typeface="Arial MT"/>
              </a:rPr>
              <a:t>bus </a:t>
            </a:r>
            <a:r>
              <a:rPr lang="en-US" sz="1550" b="0" u="none" strike="noStrike">
                <a:solidFill>
                  <a:srgbClr val="626262"/>
                </a:solidFill>
                <a:effectLst/>
                <a:uFillTx/>
                <a:latin typeface="Arial MT"/>
              </a:rPr>
              <a:t>direccionable</a:t>
            </a:r>
            <a:r>
              <a:rPr lang="en-US" sz="1550" b="0" u="none" strike="noStrike" spc="96">
                <a:solidFill>
                  <a:srgbClr val="626262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D6D6D"/>
                </a:solidFill>
                <a:effectLst/>
                <a:uFillTx/>
                <a:latin typeface="Arial MT"/>
              </a:rPr>
              <a:t>mediante</a:t>
            </a:r>
            <a:r>
              <a:rPr lang="en-US" sz="1550" b="0" u="none" strike="noStrike" spc="34">
                <a:solidFill>
                  <a:srgbClr val="6D6D6D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34">
                <a:solidFill>
                  <a:srgbClr val="606060"/>
                </a:solidFill>
                <a:effectLst/>
                <a:uFillTx/>
                <a:latin typeface="Arial MT"/>
              </a:rPr>
              <a:t>IDs</a:t>
            </a:r>
            <a:r>
              <a:rPr lang="en-US" sz="1550" b="0" u="none" strike="noStrike" spc="-65">
                <a:solidFill>
                  <a:srgbClr val="606060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74">
                <a:solidFill>
                  <a:srgbClr val="EDFBFF"/>
                </a:solidFill>
                <a:effectLst/>
                <a:uFillTx/>
                <a:latin typeface="Arial MT"/>
              </a:rPr>
              <a:t>ROM</a:t>
            </a:r>
            <a:r>
              <a:rPr lang="en-US" sz="1550" b="0" u="none" strike="noStrike" spc="20">
                <a:solidFill>
                  <a:srgbClr val="EDFBFF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77808E"/>
                </a:solidFill>
                <a:effectLst/>
                <a:uFillTx/>
                <a:latin typeface="Arial MT"/>
              </a:rPr>
              <a:t>de</a:t>
            </a:r>
            <a:r>
              <a:rPr lang="en-US" sz="1550" b="0" u="none" strike="noStrike" spc="-14">
                <a:solidFill>
                  <a:srgbClr val="77808E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26">
                <a:solidFill>
                  <a:srgbClr val="797979"/>
                </a:solidFill>
                <a:effectLst/>
                <a:uFillTx/>
                <a:latin typeface="Arial MT"/>
              </a:rPr>
              <a:t>64 </a:t>
            </a:r>
            <a:r>
              <a:rPr lang="en-US" sz="1550" b="0" u="none" strike="noStrike" spc="-11">
                <a:solidFill>
                  <a:srgbClr val="5D5D5D"/>
                </a:solidFill>
                <a:effectLst/>
                <a:uFillTx/>
                <a:latin typeface="Arial MT"/>
              </a:rPr>
              <a:t>bits.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object 8"/>
          <p:cNvSpPr/>
          <p:nvPr/>
        </p:nvSpPr>
        <p:spPr>
          <a:xfrm>
            <a:off x="1244160" y="10730520"/>
            <a:ext cx="2642040" cy="26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550" b="0" u="none" strike="noStrike" spc="-113">
                <a:solidFill>
                  <a:srgbClr val="939393"/>
                </a:solidFill>
                <a:effectLst/>
                <a:uFillTx/>
                <a:latin typeface="Arial MT"/>
              </a:rPr>
              <a:t>UNFV</a:t>
            </a:r>
            <a:r>
              <a:rPr lang="en-US" sz="1550" b="0" u="none" strike="noStrike" spc="79">
                <a:solidFill>
                  <a:srgbClr val="939393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A5A5A5"/>
                </a:solidFill>
                <a:effectLst/>
                <a:uFillTx/>
                <a:latin typeface="Arial MT"/>
              </a:rPr>
              <a:t>|</a:t>
            </a:r>
            <a:r>
              <a:rPr lang="en-US" sz="1550" b="0" u="none" strike="noStrike" spc="-85">
                <a:solidFill>
                  <a:srgbClr val="A5A5A5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105">
                <a:solidFill>
                  <a:srgbClr val="9C9C9C"/>
                </a:solidFill>
                <a:effectLst/>
                <a:uFillTx/>
                <a:latin typeface="Arial MT"/>
              </a:rPr>
              <a:t>FIEI</a:t>
            </a:r>
            <a:r>
              <a:rPr lang="en-US" sz="1550" b="0" u="none" strike="noStrike">
                <a:solidFill>
                  <a:srgbClr val="9C9C9C"/>
                </a:solidFill>
                <a:effectLst/>
                <a:uFillTx/>
                <a:latin typeface="Arial MT"/>
              </a:rPr>
              <a:t> |</a:t>
            </a:r>
            <a:r>
              <a:rPr lang="en-US" sz="1550" b="0" u="none" strike="noStrike" spc="-34">
                <a:solidFill>
                  <a:srgbClr val="9C9C9C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74">
                <a:solidFill>
                  <a:srgbClr val="979797"/>
                </a:solidFill>
                <a:effectLst/>
                <a:uFillTx/>
                <a:latin typeface="Arial MT"/>
              </a:rPr>
              <a:t>Sistemas</a:t>
            </a:r>
            <a:r>
              <a:rPr lang="en-US" sz="1550" b="0" u="none" strike="noStrike" spc="74">
                <a:solidFill>
                  <a:srgbClr val="979797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34">
                <a:solidFill>
                  <a:srgbClr val="959595"/>
                </a:solidFill>
                <a:effectLst/>
                <a:uFillTx/>
                <a:latin typeface="Arial MT"/>
              </a:rPr>
              <a:t>Digitales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object 9"/>
          <p:cNvSpPr/>
          <p:nvPr/>
        </p:nvSpPr>
        <p:spPr>
          <a:xfrm>
            <a:off x="6013440" y="6031080"/>
            <a:ext cx="3580920" cy="153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152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2200" b="0" u="none" strike="noStrike" spc="221">
                <a:solidFill>
                  <a:srgbClr val="0C3D6B"/>
                </a:solidFill>
                <a:effectLst/>
                <a:uFillTx/>
                <a:latin typeface="Calibri"/>
              </a:rPr>
              <a:t>lSingle-</a:t>
            </a:r>
            <a:r>
              <a:rPr lang="en-US" sz="2200" b="0" u="none" strike="noStrike" spc="264">
                <a:solidFill>
                  <a:srgbClr val="0C3D6B"/>
                </a:solidFill>
                <a:effectLst/>
                <a:uFillTx/>
                <a:latin typeface="Calibri"/>
              </a:rPr>
              <a:t>Bus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920" indent="-1800">
              <a:lnSpc>
                <a:spcPct val="110000"/>
              </a:lnSpc>
              <a:spcBef>
                <a:spcPts val="1026"/>
              </a:spcBef>
              <a:tabLst>
                <a:tab pos="0" algn="l"/>
              </a:tabLst>
            </a:pPr>
            <a:r>
              <a:rPr lang="en-US" sz="1550" b="0" u="none" strike="noStrike" spc="-26">
                <a:solidFill>
                  <a:srgbClr val="707070"/>
                </a:solidFill>
                <a:effectLst/>
                <a:uFillTx/>
                <a:latin typeface="Arial MT"/>
              </a:rPr>
              <a:t>Emplea</a:t>
            </a:r>
            <a:r>
              <a:rPr lang="en-US" sz="1550" b="0" u="none" strike="noStrike" spc="-51">
                <a:solidFill>
                  <a:srgbClr val="707070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B6B6B"/>
                </a:solidFill>
                <a:effectLst/>
                <a:uFillTx/>
                <a:latin typeface="Arial MT"/>
              </a:rPr>
              <a:t>una</a:t>
            </a:r>
            <a:r>
              <a:rPr lang="en-US" sz="1550" b="0" u="none" strike="noStrike" spc="-40">
                <a:solidFill>
                  <a:srgbClr val="6B6B6B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5E5E5E"/>
                </a:solidFill>
                <a:effectLst/>
                <a:uFillTx/>
                <a:latin typeface="Arial MT"/>
              </a:rPr>
              <a:t>señal</a:t>
            </a:r>
            <a:r>
              <a:rPr lang="en-US" sz="1550" b="0" u="none" strike="noStrike" spc="-71">
                <a:solidFill>
                  <a:srgbClr val="5E5E5E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727272"/>
                </a:solidFill>
                <a:effectLst/>
                <a:uFillTx/>
                <a:latin typeface="Arial MT"/>
              </a:rPr>
              <a:t>propietar</a:t>
            </a:r>
            <a:r>
              <a:rPr lang="en-US" sz="1550" b="0" u="none" strike="noStrike" spc="-224">
                <a:solidFill>
                  <a:srgbClr val="727272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72778E"/>
                </a:solidFill>
                <a:effectLst/>
                <a:uFillTx/>
                <a:latin typeface="Arial MT"/>
              </a:rPr>
              <a:t>ia</a:t>
            </a:r>
            <a:r>
              <a:rPr lang="en-US" sz="1550" b="0" u="none" strike="noStrike" spc="-60">
                <a:solidFill>
                  <a:srgbClr val="72778E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20">
                <a:solidFill>
                  <a:srgbClr val="646464"/>
                </a:solidFill>
                <a:effectLst/>
                <a:uFillTx/>
                <a:latin typeface="Arial MT"/>
              </a:rPr>
              <a:t>basada</a:t>
            </a:r>
            <a:r>
              <a:rPr lang="en-US" sz="1550" b="0" u="none" strike="noStrike">
                <a:solidFill>
                  <a:srgbClr val="646464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26">
                <a:solidFill>
                  <a:srgbClr val="676767"/>
                </a:solidFill>
                <a:effectLst/>
                <a:uFillTx/>
                <a:latin typeface="Arial MT"/>
              </a:rPr>
              <a:t>en </a:t>
            </a:r>
            <a:r>
              <a:rPr lang="en-US" sz="1550" b="0" u="none" strike="noStrike" spc="-11">
                <a:solidFill>
                  <a:srgbClr val="6B6B6B"/>
                </a:solidFill>
                <a:effectLst/>
                <a:uFillTx/>
                <a:latin typeface="Arial MT"/>
              </a:rPr>
              <a:t>pulsos</a:t>
            </a:r>
            <a:r>
              <a:rPr lang="en-US" sz="1550" b="0" u="none" strike="noStrike" spc="-14">
                <a:solidFill>
                  <a:srgbClr val="6B6B6B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11">
                <a:solidFill>
                  <a:srgbClr val="596B77"/>
                </a:solidFill>
                <a:effectLst/>
                <a:uFillTx/>
                <a:latin typeface="Arial MT"/>
              </a:rPr>
              <a:t>de</a:t>
            </a:r>
            <a:r>
              <a:rPr lang="en-US" sz="1550" b="0" u="none" strike="noStrike" spc="-20">
                <a:solidFill>
                  <a:srgbClr val="596B77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A1AFC1"/>
                </a:solidFill>
                <a:effectLst/>
                <a:uFillTx/>
                <a:latin typeface="Arial MT"/>
              </a:rPr>
              <a:t>tiempo</a:t>
            </a:r>
            <a:r>
              <a:rPr lang="en-US" sz="1550" b="0" u="none" strike="noStrike" spc="51">
                <a:solidFill>
                  <a:srgbClr val="A1AFC1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D6D6D"/>
                </a:solidFill>
                <a:effectLst/>
                <a:uFillTx/>
                <a:latin typeface="Arial MT"/>
              </a:rPr>
              <a:t>con</a:t>
            </a:r>
            <a:r>
              <a:rPr lang="en-US" sz="1550" b="0" u="none" strike="noStrike" spc="-60">
                <a:solidFill>
                  <a:srgbClr val="6D6D6D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5E5E5E"/>
                </a:solidFill>
                <a:effectLst/>
                <a:uFillTx/>
                <a:latin typeface="Arial MT"/>
              </a:rPr>
              <a:t>tiempos</a:t>
            </a:r>
            <a:r>
              <a:rPr lang="en-US" sz="1550" b="0" u="none" strike="noStrike" spc="-6">
                <a:solidFill>
                  <a:srgbClr val="5E5E5E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B6B6B"/>
                </a:solidFill>
                <a:effectLst/>
                <a:uFillTx/>
                <a:latin typeface="Arial MT"/>
              </a:rPr>
              <a:t>estr</a:t>
            </a:r>
            <a:r>
              <a:rPr lang="en-US" sz="1550" b="0" u="none" strike="noStrike" spc="-261">
                <a:solidFill>
                  <a:srgbClr val="6B6B6B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11">
                <a:solidFill>
                  <a:srgbClr val="5E5E5E"/>
                </a:solidFill>
                <a:effectLst/>
                <a:uFillTx/>
                <a:latin typeface="Arial MT"/>
              </a:rPr>
              <a:t>ictos </a:t>
            </a:r>
            <a:r>
              <a:rPr lang="en-US" sz="1550" b="0" u="none" strike="noStrike">
                <a:solidFill>
                  <a:srgbClr val="83909E"/>
                </a:solidFill>
                <a:effectLst/>
                <a:uFillTx/>
                <a:latin typeface="Arial MT"/>
              </a:rPr>
              <a:t>para</a:t>
            </a:r>
            <a:r>
              <a:rPr lang="en-US" sz="1550" b="0" u="none" strike="noStrike" spc="34">
                <a:solidFill>
                  <a:srgbClr val="83909E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B6B6B6"/>
                </a:solidFill>
                <a:effectLst/>
                <a:uFillTx/>
                <a:latin typeface="Arial MT"/>
              </a:rPr>
              <a:t>transmitir</a:t>
            </a:r>
            <a:r>
              <a:rPr lang="en-US" sz="1550" b="0" u="none" strike="noStrike" spc="176">
                <a:solidFill>
                  <a:srgbClr val="B6B6B6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06B89"/>
                </a:solidFill>
                <a:effectLst/>
                <a:uFillTx/>
                <a:latin typeface="Arial MT"/>
              </a:rPr>
              <a:t>la</a:t>
            </a:r>
            <a:r>
              <a:rPr lang="en-US" sz="1550" b="0" u="none" strike="noStrike" spc="54">
                <a:solidFill>
                  <a:srgbClr val="606B89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D6D6D"/>
                </a:solidFill>
                <a:effectLst/>
                <a:uFillTx/>
                <a:latin typeface="Arial MT"/>
              </a:rPr>
              <a:t>ráfaga</a:t>
            </a:r>
            <a:r>
              <a:rPr lang="en-US" sz="1550" b="0" u="none" strike="noStrike" spc="74">
                <a:solidFill>
                  <a:srgbClr val="6D6D6D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26262"/>
                </a:solidFill>
                <a:effectLst/>
                <a:uFillTx/>
                <a:latin typeface="Arial MT"/>
              </a:rPr>
              <a:t>de</a:t>
            </a:r>
            <a:r>
              <a:rPr lang="en-US" sz="1550" b="0" u="none" strike="noStrike" spc="14">
                <a:solidFill>
                  <a:srgbClr val="626262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54">
                <a:solidFill>
                  <a:srgbClr val="748EAC"/>
                </a:solidFill>
                <a:effectLst/>
                <a:uFillTx/>
                <a:latin typeface="Arial MT"/>
              </a:rPr>
              <a:t>40</a:t>
            </a:r>
            <a:r>
              <a:rPr lang="en-US" sz="1550" b="0" u="none" strike="noStrike" spc="40">
                <a:solidFill>
                  <a:srgbClr val="748EAC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E6E6E"/>
                </a:solidFill>
                <a:effectLst/>
                <a:uFillTx/>
                <a:latin typeface="Arial MT"/>
              </a:rPr>
              <a:t>bits</a:t>
            </a:r>
            <a:r>
              <a:rPr lang="en-US" sz="1550" b="0" u="none" strike="noStrike" spc="-85">
                <a:solidFill>
                  <a:srgbClr val="6E6E6E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26">
                <a:solidFill>
                  <a:srgbClr val="727272"/>
                </a:solidFill>
                <a:effectLst/>
                <a:uFillTx/>
                <a:latin typeface="Arial MT"/>
              </a:rPr>
              <a:t>del </a:t>
            </a:r>
            <a:r>
              <a:rPr lang="en-US" sz="1550" b="0" u="none" strike="noStrike">
                <a:solidFill>
                  <a:srgbClr val="606060"/>
                </a:solidFill>
                <a:effectLst/>
                <a:uFillTx/>
                <a:latin typeface="Arial MT"/>
              </a:rPr>
              <a:t>sensor</a:t>
            </a:r>
            <a:r>
              <a:rPr lang="en-US" sz="1550" b="0" u="none" strike="noStrike" spc="-6">
                <a:solidFill>
                  <a:srgbClr val="606060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66666"/>
                </a:solidFill>
                <a:effectLst/>
                <a:uFillTx/>
                <a:latin typeface="Arial MT"/>
              </a:rPr>
              <a:t>de</a:t>
            </a:r>
            <a:r>
              <a:rPr lang="en-US" sz="1550" b="0" u="none" strike="noStrike" spc="-99">
                <a:solidFill>
                  <a:srgbClr val="666666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46464"/>
                </a:solidFill>
                <a:effectLst/>
                <a:uFillTx/>
                <a:latin typeface="Arial MT"/>
              </a:rPr>
              <a:t>humedad</a:t>
            </a:r>
            <a:r>
              <a:rPr lang="en-US" sz="1550" b="0" u="none" strike="noStrike" spc="-79">
                <a:solidFill>
                  <a:srgbClr val="646464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11">
                <a:solidFill>
                  <a:srgbClr val="626262"/>
                </a:solidFill>
                <a:effectLst/>
                <a:uFillTx/>
                <a:latin typeface="Arial MT"/>
              </a:rPr>
              <a:t>DHT22.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object 10"/>
          <p:cNvSpPr/>
          <p:nvPr/>
        </p:nvSpPr>
        <p:spPr>
          <a:xfrm>
            <a:off x="10484280" y="6047280"/>
            <a:ext cx="3540240" cy="151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040" rIns="0" bIns="0" anchor="t">
            <a:spAutoFit/>
          </a:bodyPr>
          <a:lstStyle/>
          <a:p>
            <a:pPr marL="328320">
              <a:lnSpc>
                <a:spcPct val="100000"/>
              </a:lnSpc>
              <a:spcBef>
                <a:spcPts val="111"/>
              </a:spcBef>
            </a:pPr>
            <a:r>
              <a:rPr lang="en-US" sz="2050" b="0" u="none" strike="noStrike" spc="-65">
                <a:solidFill>
                  <a:srgbClr val="003F8C"/>
                </a:solidFill>
                <a:effectLst/>
                <a:uFillTx/>
                <a:latin typeface="Arial MT"/>
              </a:rPr>
              <a:t>I2C</a:t>
            </a:r>
            <a:r>
              <a:rPr lang="en-US" sz="2050" b="0" u="none" strike="noStrike" spc="-125">
                <a:solidFill>
                  <a:srgbClr val="003F8C"/>
                </a:solidFill>
                <a:effectLst/>
                <a:uFillTx/>
                <a:latin typeface="Arial MT"/>
              </a:rPr>
              <a:t> </a:t>
            </a:r>
            <a:r>
              <a:rPr lang="en-US" sz="2050" b="0" u="none" strike="noStrike" spc="-11">
                <a:solidFill>
                  <a:srgbClr val="053682"/>
                </a:solidFill>
                <a:effectLst/>
                <a:uFillTx/>
                <a:latin typeface="Arial MT"/>
              </a:rPr>
              <a:t>(TWI)</a:t>
            </a:r>
            <a:endParaRPr lang="en-US" sz="2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120" indent="-3240">
              <a:lnSpc>
                <a:spcPct val="110000"/>
              </a:lnSpc>
              <a:spcBef>
                <a:spcPts val="1054"/>
              </a:spcBef>
              <a:tabLst>
                <a:tab pos="0" algn="l"/>
              </a:tabLst>
            </a:pPr>
            <a:r>
              <a:rPr lang="en-US" sz="1550" b="0" u="none" strike="noStrike">
                <a:solidFill>
                  <a:srgbClr val="666666"/>
                </a:solidFill>
                <a:effectLst/>
                <a:uFillTx/>
                <a:latin typeface="Arial MT"/>
              </a:rPr>
              <a:t>Interfaz</a:t>
            </a:r>
            <a:r>
              <a:rPr lang="en-US" sz="1550" b="0" u="none" strike="noStrike" spc="156">
                <a:solidFill>
                  <a:srgbClr val="666666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727272"/>
                </a:solidFill>
                <a:effectLst/>
                <a:uFillTx/>
                <a:latin typeface="Arial MT"/>
              </a:rPr>
              <a:t>bifilar</a:t>
            </a:r>
            <a:r>
              <a:rPr lang="en-US" sz="1550" b="0" u="none" strike="noStrike" spc="190">
                <a:solidFill>
                  <a:srgbClr val="727272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40">
                <a:solidFill>
                  <a:srgbClr val="696969"/>
                </a:solidFill>
                <a:effectLst/>
                <a:uFillTx/>
                <a:latin typeface="Arial MT"/>
              </a:rPr>
              <a:t>(SDA/SCL)</a:t>
            </a:r>
            <a:r>
              <a:rPr lang="en-US" sz="1550" b="0" u="none" strike="noStrike" spc="125">
                <a:solidFill>
                  <a:srgbClr val="696969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B1B1B1"/>
                </a:solidFill>
                <a:effectLst/>
                <a:uFillTx/>
                <a:latin typeface="Arial MT"/>
              </a:rPr>
              <a:t>conectada</a:t>
            </a:r>
            <a:r>
              <a:rPr lang="en-US" sz="1550" b="0" u="none" strike="noStrike" spc="150">
                <a:solidFill>
                  <a:srgbClr val="B1B1B1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26">
                <a:solidFill>
                  <a:srgbClr val="707285"/>
                </a:solidFill>
                <a:effectLst/>
                <a:uFillTx/>
                <a:latin typeface="Arial MT"/>
              </a:rPr>
              <a:t>al </a:t>
            </a:r>
            <a:r>
              <a:rPr lang="en-US" sz="1550" b="0" u="none" strike="noStrike">
                <a:solidFill>
                  <a:srgbClr val="696969"/>
                </a:solidFill>
                <a:effectLst/>
                <a:uFillTx/>
                <a:latin typeface="Arial MT"/>
              </a:rPr>
              <a:t>controlador</a:t>
            </a:r>
            <a:r>
              <a:rPr lang="en-US" sz="1550" b="0" u="none" strike="noStrike" spc="113">
                <a:solidFill>
                  <a:srgbClr val="696969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B7B8E"/>
                </a:solidFill>
                <a:effectLst/>
                <a:uFillTx/>
                <a:latin typeface="Arial MT"/>
              </a:rPr>
              <a:t>de</a:t>
            </a:r>
            <a:r>
              <a:rPr lang="en-US" sz="1550" b="0" u="none" strike="noStrike" spc="-20">
                <a:solidFill>
                  <a:srgbClr val="6B7B8E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727272"/>
                </a:solidFill>
                <a:effectLst/>
                <a:uFillTx/>
                <a:latin typeface="Arial MT"/>
              </a:rPr>
              <a:t>pantalla</a:t>
            </a:r>
            <a:r>
              <a:rPr lang="en-US" sz="1550" b="0" u="none" strike="noStrike" spc="119">
                <a:solidFill>
                  <a:srgbClr val="727272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E6E6E"/>
                </a:solidFill>
                <a:effectLst/>
                <a:uFillTx/>
                <a:latin typeface="Arial MT"/>
              </a:rPr>
              <a:t>mediante</a:t>
            </a:r>
            <a:r>
              <a:rPr lang="en-US" sz="1550" b="0" u="none" strike="noStrike" spc="34">
                <a:solidFill>
                  <a:srgbClr val="6E6E6E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26">
                <a:solidFill>
                  <a:srgbClr val="6E6E6E"/>
                </a:solidFill>
                <a:effectLst/>
                <a:uFillTx/>
                <a:latin typeface="Arial MT"/>
              </a:rPr>
              <a:t>el </a:t>
            </a:r>
            <a:r>
              <a:rPr lang="en-US" sz="1550" b="0" u="none" strike="noStrike">
                <a:solidFill>
                  <a:srgbClr val="6B6B6B"/>
                </a:solidFill>
                <a:effectLst/>
                <a:uFillTx/>
                <a:latin typeface="Arial MT"/>
              </a:rPr>
              <a:t>circuito</a:t>
            </a:r>
            <a:r>
              <a:rPr lang="en-US" sz="1550" b="0" u="none" strike="noStrike" spc="85">
                <a:solidFill>
                  <a:srgbClr val="6B6B6B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E6E6E"/>
                </a:solidFill>
                <a:effectLst/>
                <a:uFillTx/>
                <a:latin typeface="Arial MT"/>
              </a:rPr>
              <a:t>integrado</a:t>
            </a:r>
            <a:r>
              <a:rPr lang="en-US" sz="1550" b="0" u="none" strike="noStrike" spc="145">
                <a:solidFill>
                  <a:srgbClr val="6E6E6E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31">
                <a:solidFill>
                  <a:srgbClr val="676767"/>
                </a:solidFill>
                <a:effectLst/>
                <a:uFillTx/>
                <a:latin typeface="Arial MT"/>
              </a:rPr>
              <a:t>PCF8574,</a:t>
            </a:r>
            <a:r>
              <a:rPr lang="en-US" sz="1550" b="0" u="none" strike="noStrike" spc="60">
                <a:solidFill>
                  <a:srgbClr val="676767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11">
                <a:solidFill>
                  <a:srgbClr val="676767"/>
                </a:solidFill>
                <a:effectLst/>
                <a:uFillTx/>
                <a:latin typeface="Arial MT"/>
              </a:rPr>
              <a:t>reduciendo </a:t>
            </a:r>
            <a:r>
              <a:rPr lang="en-US" sz="1550" b="0" u="none" strike="noStrike">
                <a:solidFill>
                  <a:srgbClr val="757989"/>
                </a:solidFill>
                <a:effectLst/>
                <a:uFillTx/>
                <a:latin typeface="Arial MT"/>
              </a:rPr>
              <a:t>el</a:t>
            </a:r>
            <a:r>
              <a:rPr lang="en-US" sz="1550" b="0" u="none" strike="noStrike" spc="-45">
                <a:solidFill>
                  <a:srgbClr val="757989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B6B6B"/>
                </a:solidFill>
                <a:effectLst/>
                <a:uFillTx/>
                <a:latin typeface="Arial MT"/>
              </a:rPr>
              <a:t>conteo</a:t>
            </a:r>
            <a:r>
              <a:rPr lang="en-US" sz="1550" b="0" u="none" strike="noStrike" spc="14">
                <a:solidFill>
                  <a:srgbClr val="6B6B6B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E7E8C"/>
                </a:solidFill>
                <a:effectLst/>
                <a:uFillTx/>
                <a:latin typeface="Arial MT"/>
              </a:rPr>
              <a:t>de</a:t>
            </a:r>
            <a:r>
              <a:rPr lang="en-US" sz="1550" b="0" u="none" strike="noStrike" spc="-45">
                <a:solidFill>
                  <a:srgbClr val="6E7E8C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11">
                <a:solidFill>
                  <a:srgbClr val="5D5D5D"/>
                </a:solidFill>
                <a:effectLst/>
                <a:uFillTx/>
                <a:latin typeface="Arial MT"/>
              </a:rPr>
              <a:t>cables.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object 11"/>
          <p:cNvSpPr/>
          <p:nvPr/>
        </p:nvSpPr>
        <p:spPr>
          <a:xfrm>
            <a:off x="14948280" y="6063840"/>
            <a:ext cx="3424680" cy="150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23256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 spc="-54">
                <a:solidFill>
                  <a:srgbClr val="0F4B99"/>
                </a:solidFill>
                <a:effectLst/>
                <a:uFillTx/>
                <a:latin typeface="Arial MT"/>
              </a:rPr>
              <a:t>INTO</a:t>
            </a:r>
            <a:r>
              <a:rPr lang="en-US" sz="1900" b="0" u="none" strike="noStrike" spc="-51">
                <a:solidFill>
                  <a:srgbClr val="0F4B99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>
                <a:solidFill>
                  <a:srgbClr val="014283"/>
                </a:solidFill>
                <a:effectLst/>
                <a:uFillTx/>
                <a:latin typeface="Arial MT"/>
              </a:rPr>
              <a:t>/</a:t>
            </a:r>
            <a:r>
              <a:rPr lang="en-US" sz="1900" b="0" u="none" strike="noStrike" spc="-51">
                <a:solidFill>
                  <a:srgbClr val="014283"/>
                </a:solidFill>
                <a:effectLst/>
                <a:uFillTx/>
                <a:latin typeface="Arial MT"/>
              </a:rPr>
              <a:t> </a:t>
            </a:r>
            <a:r>
              <a:rPr lang="en-US" sz="1900" b="0" u="none" strike="noStrike" spc="-26">
                <a:solidFill>
                  <a:srgbClr val="003B82"/>
                </a:solidFill>
                <a:effectLst/>
                <a:uFillTx/>
                <a:latin typeface="Arial MT"/>
              </a:rPr>
              <a:t>PWM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720">
              <a:lnSpc>
                <a:spcPct val="110000"/>
              </a:lnSpc>
              <a:spcBef>
                <a:spcPts val="1086"/>
              </a:spcBef>
              <a:tabLst>
                <a:tab pos="0" algn="l"/>
              </a:tabLst>
            </a:pPr>
            <a:r>
              <a:rPr lang="en-US" sz="1550" b="0" u="none" strike="noStrike">
                <a:solidFill>
                  <a:srgbClr val="EDFDFF"/>
                </a:solidFill>
                <a:effectLst/>
                <a:uFillTx/>
                <a:latin typeface="Arial MT"/>
              </a:rPr>
              <a:t>Linea</a:t>
            </a:r>
            <a:r>
              <a:rPr lang="en-US" sz="1550" b="0" u="none" strike="noStrike" spc="31">
                <a:solidFill>
                  <a:srgbClr val="EDFDFF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E6E6E"/>
                </a:solidFill>
                <a:effectLst/>
                <a:uFillTx/>
                <a:latin typeface="Arial MT"/>
              </a:rPr>
              <a:t>asincrona</a:t>
            </a:r>
            <a:r>
              <a:rPr lang="en-US" sz="1550" b="0" u="none" strike="noStrike" spc="130">
                <a:solidFill>
                  <a:srgbClr val="6E6E6E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77079"/>
                </a:solidFill>
                <a:effectLst/>
                <a:uFillTx/>
                <a:latin typeface="Arial MT"/>
              </a:rPr>
              <a:t>de</a:t>
            </a:r>
            <a:r>
              <a:rPr lang="en-US" sz="1550" b="0" u="none" strike="noStrike" spc="-26">
                <a:solidFill>
                  <a:srgbClr val="677079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D6D6D"/>
                </a:solidFill>
                <a:effectLst/>
                <a:uFillTx/>
                <a:latin typeface="Arial MT"/>
              </a:rPr>
              <a:t>interrupción</a:t>
            </a:r>
            <a:r>
              <a:rPr lang="en-US" sz="1550" b="0" u="none" strike="noStrike" spc="14">
                <a:solidFill>
                  <a:srgbClr val="6D6D6D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11">
                <a:solidFill>
                  <a:srgbClr val="6E6E6E"/>
                </a:solidFill>
                <a:effectLst/>
                <a:uFillTx/>
                <a:latin typeface="Arial MT"/>
              </a:rPr>
              <a:t>fisica </a:t>
            </a:r>
            <a:r>
              <a:rPr lang="en-US" sz="1550" b="0" u="none" strike="noStrike">
                <a:solidFill>
                  <a:srgbClr val="696969"/>
                </a:solidFill>
                <a:effectLst/>
                <a:uFillTx/>
                <a:latin typeface="Arial MT"/>
              </a:rPr>
              <a:t>externa</a:t>
            </a:r>
            <a:r>
              <a:rPr lang="en-US" sz="1550" b="0" u="none" strike="noStrike" spc="74">
                <a:solidFill>
                  <a:srgbClr val="696969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8999AC"/>
                </a:solidFill>
                <a:effectLst/>
                <a:uFillTx/>
                <a:latin typeface="Arial MT"/>
              </a:rPr>
              <a:t>para</a:t>
            </a:r>
            <a:r>
              <a:rPr lang="en-US" sz="1550" b="0" u="none" strike="noStrike" spc="20">
                <a:solidFill>
                  <a:srgbClr val="8999AC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707985"/>
                </a:solidFill>
                <a:effectLst/>
                <a:uFillTx/>
                <a:latin typeface="Arial MT"/>
              </a:rPr>
              <a:t>el</a:t>
            </a:r>
            <a:r>
              <a:rPr lang="en-US" sz="1550" b="0" u="none" strike="noStrike" spc="-45">
                <a:solidFill>
                  <a:srgbClr val="707985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96969"/>
                </a:solidFill>
                <a:effectLst/>
                <a:uFillTx/>
                <a:latin typeface="Arial MT"/>
              </a:rPr>
              <a:t>módulo </a:t>
            </a:r>
            <a:r>
              <a:rPr lang="en-US" sz="1550" b="0" u="none" strike="noStrike">
                <a:solidFill>
                  <a:srgbClr val="626E90"/>
                </a:solidFill>
                <a:effectLst/>
                <a:uFillTx/>
                <a:latin typeface="Arial MT"/>
              </a:rPr>
              <a:t>de</a:t>
            </a:r>
            <a:r>
              <a:rPr lang="en-US" sz="1550" b="0" u="none" strike="noStrike" spc="-51">
                <a:solidFill>
                  <a:srgbClr val="626E90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D6D6D"/>
                </a:solidFill>
                <a:effectLst/>
                <a:uFillTx/>
                <a:latin typeface="Arial MT"/>
              </a:rPr>
              <a:t>presencia</a:t>
            </a:r>
            <a:r>
              <a:rPr lang="en-US" sz="1550" b="0" u="none" strike="noStrike" spc="113">
                <a:solidFill>
                  <a:srgbClr val="6D6D6D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51">
                <a:solidFill>
                  <a:srgbClr val="7C8995"/>
                </a:solidFill>
                <a:effectLst/>
                <a:uFillTx/>
                <a:latin typeface="Arial MT"/>
              </a:rPr>
              <a:t>y </a:t>
            </a:r>
            <a:r>
              <a:rPr lang="en-US" sz="1550" b="0" u="none" strike="noStrike" spc="-11">
                <a:solidFill>
                  <a:srgbClr val="626262"/>
                </a:solidFill>
                <a:effectLst/>
                <a:uFillTx/>
                <a:latin typeface="Arial MT"/>
              </a:rPr>
              <a:t>bus</a:t>
            </a:r>
            <a:r>
              <a:rPr lang="en-US" sz="1550" b="0" u="none" strike="noStrike" spc="-99">
                <a:solidFill>
                  <a:srgbClr val="626262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B6B6B"/>
                </a:solidFill>
                <a:effectLst/>
                <a:uFillTx/>
                <a:latin typeface="Arial MT"/>
              </a:rPr>
              <a:t>analógico</a:t>
            </a:r>
            <a:r>
              <a:rPr lang="en-US" sz="1550" b="0" u="none" strike="noStrike" spc="-51">
                <a:solidFill>
                  <a:srgbClr val="6B6B6B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E6E6E"/>
                </a:solidFill>
                <a:effectLst/>
                <a:uFillTx/>
                <a:latin typeface="Arial MT"/>
              </a:rPr>
              <a:t>emulado</a:t>
            </a:r>
            <a:r>
              <a:rPr lang="en-US" sz="1550" b="0" u="none" strike="noStrike" spc="65">
                <a:solidFill>
                  <a:srgbClr val="6E6E6E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26">
                <a:solidFill>
                  <a:srgbClr val="7C8997"/>
                </a:solidFill>
                <a:effectLst/>
                <a:uFillTx/>
                <a:latin typeface="Arial MT"/>
              </a:rPr>
              <a:t>(PWM)</a:t>
            </a:r>
            <a:r>
              <a:rPr lang="en-US" sz="1550" b="0" u="none" strike="noStrike" spc="40">
                <a:solidFill>
                  <a:srgbClr val="7C8997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20">
                <a:solidFill>
                  <a:srgbClr val="5D5D5D"/>
                </a:solidFill>
                <a:effectLst/>
                <a:uFillTx/>
                <a:latin typeface="Arial MT"/>
              </a:rPr>
              <a:t>para </a:t>
            </a:r>
            <a:r>
              <a:rPr lang="en-US" sz="1550" b="0" u="none" strike="noStrike">
                <a:solidFill>
                  <a:srgbClr val="727272"/>
                </a:solidFill>
                <a:effectLst/>
                <a:uFillTx/>
                <a:latin typeface="Arial MT"/>
              </a:rPr>
              <a:t>modular</a:t>
            </a:r>
            <a:r>
              <a:rPr lang="en-US" sz="1550" b="0" u="none" strike="noStrike" spc="145">
                <a:solidFill>
                  <a:srgbClr val="727272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>
                <a:solidFill>
                  <a:srgbClr val="67798A"/>
                </a:solidFill>
                <a:effectLst/>
                <a:uFillTx/>
                <a:latin typeface="Arial MT"/>
              </a:rPr>
              <a:t>la </a:t>
            </a:r>
            <a:r>
              <a:rPr lang="en-US" sz="1550" b="0" u="none" strike="noStrike">
                <a:solidFill>
                  <a:srgbClr val="676767"/>
                </a:solidFill>
                <a:effectLst/>
                <a:uFillTx/>
                <a:latin typeface="Arial MT"/>
              </a:rPr>
              <a:t>frecuencia</a:t>
            </a:r>
            <a:r>
              <a:rPr lang="en-US" sz="1550" b="0" u="none" strike="noStrike" spc="204">
                <a:solidFill>
                  <a:srgbClr val="676767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11">
                <a:solidFill>
                  <a:srgbClr val="6E6E6E"/>
                </a:solidFill>
                <a:effectLst/>
                <a:uFillTx/>
                <a:latin typeface="Arial MT"/>
              </a:rPr>
              <a:t>sonora.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object 12"/>
          <p:cNvSpPr/>
          <p:nvPr/>
        </p:nvSpPr>
        <p:spPr>
          <a:xfrm>
            <a:off x="17688960" y="10730520"/>
            <a:ext cx="1164240" cy="26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550" b="0" u="none" strike="noStrike" spc="-96">
                <a:solidFill>
                  <a:srgbClr val="9C9C9C"/>
                </a:solidFill>
                <a:effectLst/>
                <a:uFillTx/>
                <a:latin typeface="Arial MT"/>
              </a:rPr>
              <a:t>Diapo</a:t>
            </a:r>
            <a:r>
              <a:rPr lang="en-US" sz="1550" b="0" u="none" strike="noStrike" spc="-170">
                <a:solidFill>
                  <a:srgbClr val="9C9C9C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51">
                <a:solidFill>
                  <a:srgbClr val="939393"/>
                </a:solidFill>
                <a:effectLst/>
                <a:uFillTx/>
                <a:latin typeface="Arial MT"/>
              </a:rPr>
              <a:t>sitiva</a:t>
            </a:r>
            <a:r>
              <a:rPr lang="en-US" sz="1550" b="0" u="none" strike="noStrike" spc="-45">
                <a:solidFill>
                  <a:srgbClr val="939393"/>
                </a:solidFill>
                <a:effectLst/>
                <a:uFillTx/>
                <a:latin typeface="Arial MT"/>
              </a:rPr>
              <a:t> </a:t>
            </a:r>
            <a:r>
              <a:rPr lang="en-US" sz="1550" b="0" u="none" strike="noStrike" spc="-91">
                <a:solidFill>
                  <a:srgbClr val="9E9E9E"/>
                </a:solidFill>
                <a:effectLst/>
                <a:uFillTx/>
                <a:latin typeface="Arial MT"/>
              </a:rPr>
              <a:t>10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object 2"/>
          <p:cNvGrpSpPr/>
          <p:nvPr/>
        </p:nvGrpSpPr>
        <p:grpSpPr>
          <a:xfrm>
            <a:off x="11261520" y="4527360"/>
            <a:ext cx="7601760" cy="39600"/>
            <a:chOff x="11261520" y="4527360"/>
            <a:chExt cx="7601760" cy="39600"/>
          </a:xfrm>
        </p:grpSpPr>
        <p:sp>
          <p:nvSpPr>
            <p:cNvPr id="159" name="object 3"/>
            <p:cNvSpPr/>
            <p:nvPr/>
          </p:nvSpPr>
          <p:spPr>
            <a:xfrm>
              <a:off x="11261520" y="4566600"/>
              <a:ext cx="7601760" cy="360"/>
            </a:xfrm>
            <a:custGeom>
              <a:avLst/>
              <a:gdLst>
                <a:gd name="textAreaLeft" fmla="*/ 0 w 7601760"/>
                <a:gd name="textAreaRight" fmla="*/ 7602120 w 76017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7602219">
                  <a:moveTo>
                    <a:pt x="0" y="0"/>
                  </a:moveTo>
                  <a:lnTo>
                    <a:pt x="7601863" y="0"/>
                  </a:lnTo>
                </a:path>
              </a:pathLst>
            </a:custGeom>
            <a:noFill/>
            <a:ln w="23559">
              <a:solidFill>
                <a:srgbClr val="033F7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object 4"/>
            <p:cNvSpPr/>
            <p:nvPr/>
          </p:nvSpPr>
          <p:spPr>
            <a:xfrm>
              <a:off x="11292840" y="4527360"/>
              <a:ext cx="7531200" cy="360"/>
            </a:xfrm>
            <a:custGeom>
              <a:avLst/>
              <a:gdLst>
                <a:gd name="textAreaLeft" fmla="*/ 0 w 7531200"/>
                <a:gd name="textAreaRight" fmla="*/ 7531560 w 753120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7531734">
                  <a:moveTo>
                    <a:pt x="0" y="0"/>
                  </a:moveTo>
                  <a:lnTo>
                    <a:pt x="7531184" y="0"/>
                  </a:lnTo>
                </a:path>
              </a:pathLst>
            </a:custGeom>
            <a:noFill/>
            <a:ln w="23559">
              <a:solidFill>
                <a:srgbClr val="033F7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220400" y="857520"/>
            <a:ext cx="13772880" cy="771840"/>
          </a:xfrm>
          <a:prstGeom prst="rect">
            <a:avLst/>
          </a:prstGeom>
          <a:noFill/>
          <a:ln w="0">
            <a:noFill/>
          </a:ln>
        </p:spPr>
        <p:txBody>
          <a:bodyPr lIns="0" tIns="82080" rIns="0" bIns="0" anchor="t">
            <a:spAutoFit/>
          </a:bodyPr>
          <a:lstStyle/>
          <a:p>
            <a:pPr marL="43920" indent="0" algn="l">
              <a:lnSpc>
                <a:spcPct val="100000"/>
              </a:lnSpc>
              <a:spcBef>
                <a:spcPts val="130"/>
              </a:spcBef>
              <a:buNone/>
            </a:pPr>
            <a:r>
              <a:rPr lang="en-US" sz="4350" b="1" u="none" strike="noStrike" spc="-96" dirty="0" err="1">
                <a:solidFill>
                  <a:srgbClr val="00367C"/>
                </a:solidFill>
                <a:effectLst/>
                <a:uFillTx/>
                <a:latin typeface="Arial"/>
              </a:rPr>
              <a:t>Asignación</a:t>
            </a:r>
            <a:r>
              <a:rPr lang="en-US" sz="4350" b="1" u="none" strike="noStrike" spc="-74" dirty="0">
                <a:solidFill>
                  <a:srgbClr val="00367C"/>
                </a:solidFill>
                <a:effectLst/>
                <a:uFillTx/>
                <a:latin typeface="Arial"/>
              </a:rPr>
              <a:t> </a:t>
            </a:r>
            <a:r>
              <a:rPr lang="en-US" sz="4350" b="1" u="none" strike="noStrike" dirty="0">
                <a:solidFill>
                  <a:srgbClr val="084272"/>
                </a:solidFill>
                <a:effectLst/>
                <a:uFillTx/>
                <a:latin typeface="Arial"/>
              </a:rPr>
              <a:t>de</a:t>
            </a:r>
            <a:r>
              <a:rPr lang="en-US" sz="4350" b="1" u="none" strike="noStrike" spc="-451" dirty="0">
                <a:solidFill>
                  <a:srgbClr val="084272"/>
                </a:solidFill>
                <a:effectLst/>
                <a:uFillTx/>
                <a:latin typeface="Arial"/>
              </a:rPr>
              <a:t> </a:t>
            </a:r>
            <a:r>
              <a:rPr lang="en-US" sz="4350" b="1" u="none" strike="noStrike" spc="-190" dirty="0">
                <a:solidFill>
                  <a:srgbClr val="003F8C"/>
                </a:solidFill>
                <a:effectLst/>
                <a:uFillTx/>
                <a:latin typeface="Arial"/>
              </a:rPr>
              <a:t>Pines</a:t>
            </a:r>
            <a:r>
              <a:rPr lang="en-US" sz="4350" b="1" u="none" strike="noStrike" spc="-241" dirty="0">
                <a:solidFill>
                  <a:srgbClr val="003F8C"/>
                </a:solidFill>
                <a:effectLst/>
                <a:uFillTx/>
                <a:latin typeface="Arial"/>
              </a:rPr>
              <a:t> </a:t>
            </a:r>
            <a:r>
              <a:rPr lang="en-US" sz="4350" b="0" u="none" strike="noStrike" spc="96" dirty="0">
                <a:solidFill>
                  <a:srgbClr val="004480"/>
                </a:solidFill>
                <a:effectLst/>
                <a:uFillTx/>
                <a:latin typeface="Arial MT"/>
              </a:rPr>
              <a:t>e</a:t>
            </a:r>
            <a:r>
              <a:rPr lang="en-US" sz="4350" b="0" u="none" strike="noStrike" spc="-590" dirty="0">
                <a:solidFill>
                  <a:srgbClr val="004480"/>
                </a:solidFill>
                <a:effectLst/>
                <a:uFillTx/>
                <a:latin typeface="Arial MT"/>
              </a:rPr>
              <a:t> </a:t>
            </a:r>
            <a:r>
              <a:rPr lang="en-US" sz="4350" b="0" u="none" strike="noStrike" spc="130" dirty="0" err="1">
                <a:solidFill>
                  <a:srgbClr val="004287"/>
                </a:solidFill>
                <a:effectLst/>
                <a:uFillTx/>
                <a:latin typeface="Arial MT"/>
              </a:rPr>
              <a:t>Interconexiones</a:t>
            </a:r>
            <a:endParaRPr lang="en-US" sz="435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2" name="object 6"/>
          <p:cNvSpPr/>
          <p:nvPr/>
        </p:nvSpPr>
        <p:spPr>
          <a:xfrm>
            <a:off x="1430280" y="3920400"/>
            <a:ext cx="909000" cy="65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24120" indent="-12240">
              <a:lnSpc>
                <a:spcPct val="114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800" b="0" u="none" strike="noStrike" spc="-20">
                <a:solidFill>
                  <a:srgbClr val="003F7B"/>
                </a:solidFill>
                <a:effectLst/>
                <a:uFillTx/>
                <a:latin typeface="Arial MT"/>
              </a:rPr>
              <a:t>Pin</a:t>
            </a:r>
            <a:r>
              <a:rPr lang="en-US" sz="1800" b="0" u="none" strike="noStrike" spc="-91">
                <a:solidFill>
                  <a:srgbClr val="003F7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51">
                <a:solidFill>
                  <a:srgbClr val="003A7C"/>
                </a:solidFill>
                <a:effectLst/>
                <a:uFillTx/>
                <a:latin typeface="Arial MT"/>
              </a:rPr>
              <a:t>MCU </a:t>
            </a:r>
            <a:r>
              <a:rPr lang="en-US" sz="1800" b="0" u="none" strike="noStrike">
                <a:solidFill>
                  <a:srgbClr val="0F3D6E"/>
                </a:solidFill>
                <a:effectLst/>
                <a:uFillTx/>
                <a:latin typeface="Arial MT"/>
              </a:rPr>
              <a:t>(Meg</a:t>
            </a:r>
            <a:r>
              <a:rPr lang="en-US" sz="1800" b="0" u="none" strike="noStrike" spc="-249">
                <a:solidFill>
                  <a:srgbClr val="0F3D6E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6">
                <a:solidFill>
                  <a:srgbClr val="053D7B"/>
                </a:solidFill>
                <a:effectLst/>
                <a:uFillTx/>
                <a:latin typeface="Arial MT"/>
              </a:rPr>
              <a:t>a}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object 7"/>
          <p:cNvSpPr/>
          <p:nvPr/>
        </p:nvSpPr>
        <p:spPr>
          <a:xfrm>
            <a:off x="1430280" y="5027760"/>
            <a:ext cx="29160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74">
                <a:solidFill>
                  <a:srgbClr val="2D2D2D"/>
                </a:solidFill>
                <a:effectLst/>
                <a:uFillTx/>
                <a:latin typeface="Arial MT"/>
              </a:rPr>
              <a:t>D2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object 8"/>
          <p:cNvSpPr/>
          <p:nvPr/>
        </p:nvSpPr>
        <p:spPr>
          <a:xfrm>
            <a:off x="1430280" y="5828760"/>
            <a:ext cx="29736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60">
                <a:solidFill>
                  <a:srgbClr val="363636"/>
                </a:solidFill>
                <a:effectLst/>
                <a:uFillTx/>
                <a:latin typeface="Arial MT"/>
              </a:rPr>
              <a:t>D4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object 9"/>
          <p:cNvSpPr/>
          <p:nvPr/>
        </p:nvSpPr>
        <p:spPr>
          <a:xfrm>
            <a:off x="1430280" y="6629760"/>
            <a:ext cx="28872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96">
                <a:solidFill>
                  <a:srgbClr val="344264"/>
                </a:solidFill>
                <a:effectLst/>
                <a:uFillTx/>
                <a:latin typeface="Arial MT"/>
              </a:rPr>
              <a:t>D5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object 10"/>
          <p:cNvSpPr/>
          <p:nvPr/>
        </p:nvSpPr>
        <p:spPr>
          <a:xfrm>
            <a:off x="1430280" y="7305120"/>
            <a:ext cx="29736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60">
                <a:solidFill>
                  <a:srgbClr val="3D3D3D"/>
                </a:solidFill>
                <a:effectLst/>
                <a:uFillTx/>
                <a:latin typeface="Arial MT"/>
              </a:rPr>
              <a:t>D9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object 11"/>
          <p:cNvSpPr/>
          <p:nvPr/>
        </p:nvSpPr>
        <p:spPr>
          <a:xfrm>
            <a:off x="3377880" y="4116600"/>
            <a:ext cx="237456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31">
                <a:solidFill>
                  <a:srgbClr val="053664"/>
                </a:solidFill>
                <a:effectLst/>
                <a:uFillTx/>
                <a:latin typeface="Arial MT"/>
              </a:rPr>
              <a:t>Per</a:t>
            </a:r>
            <a:r>
              <a:rPr lang="en-US" sz="1800" b="0" u="none" strike="noStrike" spc="-31">
                <a:solidFill>
                  <a:srgbClr val="003A85"/>
                </a:solidFill>
                <a:effectLst/>
                <a:uFillTx/>
                <a:latin typeface="Arial MT"/>
              </a:rPr>
              <a:t>if</a:t>
            </a:r>
            <a:r>
              <a:rPr lang="en-US" sz="1800" b="0" u="none" strike="noStrike" spc="-45">
                <a:solidFill>
                  <a:srgbClr val="003A85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54">
                <a:solidFill>
                  <a:srgbClr val="083B69"/>
                </a:solidFill>
                <a:effectLst/>
                <a:uFillTx/>
                <a:latin typeface="Arial MT"/>
              </a:rPr>
              <a:t>érico</a:t>
            </a:r>
            <a:r>
              <a:rPr lang="en-US" sz="1800" b="0" u="none" strike="noStrike" spc="-60">
                <a:solidFill>
                  <a:srgbClr val="083B6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74">
                <a:solidFill>
                  <a:srgbClr val="083866"/>
                </a:solidFill>
                <a:effectLst/>
                <a:uFillTx/>
                <a:latin typeface="Arial MT"/>
              </a:rPr>
              <a:t>C</a:t>
            </a:r>
            <a:r>
              <a:rPr lang="en-US" sz="1800" b="0" u="none" strike="noStrike" spc="74">
                <a:solidFill>
                  <a:srgbClr val="0A3F6E"/>
                </a:solidFill>
                <a:effectLst/>
                <a:uFillTx/>
                <a:latin typeface="Arial MT"/>
              </a:rPr>
              <a:t>onecto</a:t>
            </a:r>
            <a:r>
              <a:rPr lang="en-US" sz="1800" b="0" u="none" strike="noStrike" spc="-221">
                <a:solidFill>
                  <a:srgbClr val="0A3F6E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111">
                <a:solidFill>
                  <a:srgbClr val="034289"/>
                </a:solidFill>
                <a:effectLst/>
                <a:uFillTx/>
                <a:latin typeface="Arial MT"/>
              </a:rPr>
              <a:t>d</a:t>
            </a:r>
            <a:r>
              <a:rPr lang="en-US" sz="1800" b="0" u="none" strike="noStrike" spc="111">
                <a:solidFill>
                  <a:srgbClr val="0F3D6E"/>
                </a:solidFill>
                <a:effectLst/>
                <a:uFillTx/>
                <a:latin typeface="Arial MT"/>
              </a:rPr>
              <a:t>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object 12"/>
          <p:cNvSpPr/>
          <p:nvPr/>
        </p:nvSpPr>
        <p:spPr>
          <a:xfrm>
            <a:off x="6994800" y="4116600"/>
            <a:ext cx="150516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>
                <a:solidFill>
                  <a:srgbClr val="0C3D6D"/>
                </a:solidFill>
                <a:effectLst/>
                <a:uFillTx/>
                <a:latin typeface="Arial MT"/>
              </a:rPr>
              <a:t>Tipo</a:t>
            </a:r>
            <a:r>
              <a:rPr lang="en-US" sz="1800" b="0" u="none" strike="noStrike" spc="96">
                <a:solidFill>
                  <a:srgbClr val="0C3D6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139">
                <a:solidFill>
                  <a:srgbClr val="013D6D"/>
                </a:solidFill>
                <a:effectLst/>
                <a:uFillTx/>
                <a:latin typeface="Arial MT"/>
              </a:rPr>
              <a:t>d</a:t>
            </a:r>
            <a:r>
              <a:rPr lang="en-US" sz="1800" b="0" u="none" strike="noStrike" spc="139">
                <a:solidFill>
                  <a:srgbClr val="0F3160"/>
                </a:solidFill>
                <a:effectLst/>
                <a:uFillTx/>
                <a:latin typeface="Arial MT"/>
              </a:rPr>
              <a:t>e</a:t>
            </a:r>
            <a:r>
              <a:rPr lang="en-US" sz="1800" b="0" u="none" strike="noStrike" spc="-164">
                <a:solidFill>
                  <a:srgbClr val="0F3160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24">
                <a:solidFill>
                  <a:srgbClr val="033B8A"/>
                </a:solidFill>
                <a:effectLst/>
                <a:uFillTx/>
                <a:latin typeface="Arial MT"/>
              </a:rPr>
              <a:t>Seńo</a:t>
            </a:r>
            <a:r>
              <a:rPr lang="en-US" sz="1800" b="0" u="none" strike="noStrike" spc="-221">
                <a:solidFill>
                  <a:srgbClr val="033B8A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51">
                <a:solidFill>
                  <a:srgbClr val="083D74"/>
                </a:solidFill>
                <a:effectLst/>
                <a:uFillTx/>
                <a:latin typeface="Arial MT"/>
              </a:rPr>
              <a:t>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object 13"/>
          <p:cNvSpPr/>
          <p:nvPr/>
        </p:nvSpPr>
        <p:spPr>
          <a:xfrm>
            <a:off x="3377520" y="4902120"/>
            <a:ext cx="2946600" cy="55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0680" rIns="0" bIns="0" anchor="t">
            <a:spAutoFit/>
          </a:bodyPr>
          <a:lstStyle/>
          <a:p>
            <a:pPr marL="12600">
              <a:lnSpc>
                <a:spcPts val="1981"/>
              </a:lnSpc>
              <a:spcBef>
                <a:spcPts val="320"/>
              </a:spcBef>
            </a:pPr>
            <a:r>
              <a:rPr lang="en-US" sz="1800" b="0" u="none" strike="noStrike" spc="-34">
                <a:solidFill>
                  <a:srgbClr val="343434"/>
                </a:solidFill>
                <a:effectLst/>
                <a:uFillTx/>
                <a:latin typeface="Arial MT"/>
              </a:rPr>
              <a:t>Sensor</a:t>
            </a:r>
            <a:r>
              <a:rPr lang="en-US" sz="1800" b="0" u="none" strike="noStrike" spc="-85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B3B3B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125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54">
                <a:solidFill>
                  <a:srgbClr val="343434"/>
                </a:solidFill>
                <a:effectLst/>
                <a:uFillTx/>
                <a:latin typeface="Arial MT"/>
              </a:rPr>
              <a:t>Presencia</a:t>
            </a:r>
            <a:r>
              <a:rPr lang="en-US" sz="1800" b="0" u="none" strike="noStrike" spc="-31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30">
                <a:solidFill>
                  <a:srgbClr val="526B89"/>
                </a:solidFill>
                <a:effectLst/>
                <a:uFillTx/>
                <a:latin typeface="Arial MT"/>
              </a:rPr>
              <a:t>PIR</a:t>
            </a:r>
            <a:r>
              <a:rPr lang="en-US" sz="1800" b="0" u="none" strike="noStrike" spc="105">
                <a:solidFill>
                  <a:srgbClr val="526B8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40">
                <a:solidFill>
                  <a:srgbClr val="3B3B3B"/>
                </a:solidFill>
                <a:effectLst/>
                <a:uFillTx/>
                <a:latin typeface="Arial MT"/>
              </a:rPr>
              <a:t>(HC-</a:t>
            </a:r>
            <a:r>
              <a:rPr lang="en-US" sz="1800" b="0" u="none" strike="noStrike" spc="-45">
                <a:solidFill>
                  <a:srgbClr val="343434"/>
                </a:solidFill>
                <a:effectLst/>
                <a:uFillTx/>
                <a:latin typeface="Arial MT"/>
              </a:rPr>
              <a:t>SR501)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object 14"/>
          <p:cNvSpPr/>
          <p:nvPr/>
        </p:nvSpPr>
        <p:spPr>
          <a:xfrm>
            <a:off x="6989760" y="4902120"/>
            <a:ext cx="3217320" cy="55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0680" rIns="0" bIns="0" anchor="t">
            <a:spAutoFit/>
          </a:bodyPr>
          <a:lstStyle/>
          <a:p>
            <a:pPr marL="24840" indent="-12600">
              <a:lnSpc>
                <a:spcPts val="1981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800" b="0" u="none" strike="noStrike" spc="-71">
                <a:solidFill>
                  <a:srgbClr val="2F2F2F"/>
                </a:solidFill>
                <a:effectLst/>
                <a:uFillTx/>
                <a:latin typeface="Arial MT"/>
              </a:rPr>
              <a:t>Entrada</a:t>
            </a:r>
            <a:r>
              <a:rPr lang="en-US" sz="1800" b="0" u="none" strike="noStrike" spc="-26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E9EFFD"/>
                </a:solidFill>
                <a:effectLst/>
                <a:uFillTx/>
                <a:latin typeface="Arial MT"/>
              </a:rPr>
              <a:t>con</a:t>
            </a:r>
            <a:r>
              <a:rPr lang="en-US" sz="1800" b="0" u="none" strike="noStrike" spc="-111">
                <a:solidFill>
                  <a:srgbClr val="E9EFF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6">
                <a:solidFill>
                  <a:srgbClr val="3F3F3F"/>
                </a:solidFill>
                <a:effectLst/>
                <a:uFillTx/>
                <a:latin typeface="Arial MT"/>
              </a:rPr>
              <a:t>Interrupción</a:t>
            </a:r>
            <a:r>
              <a:rPr lang="en-US" sz="1800" b="0" u="none" strike="noStrike" spc="-6">
                <a:solidFill>
                  <a:srgbClr val="3F3F3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60">
                <a:solidFill>
                  <a:srgbClr val="363636"/>
                </a:solidFill>
                <a:effectLst/>
                <a:uFillTx/>
                <a:latin typeface="Arial MT"/>
              </a:rPr>
              <a:t>Externa </a:t>
            </a:r>
            <a:r>
              <a:rPr lang="en-US" sz="1800" b="0" u="none" strike="noStrike" spc="-11">
                <a:solidFill>
                  <a:srgbClr val="414141"/>
                </a:solidFill>
                <a:effectLst/>
                <a:uFillTx/>
                <a:latin typeface="Arial MT"/>
              </a:rPr>
              <a:t>(INTO)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object 15"/>
          <p:cNvSpPr/>
          <p:nvPr/>
        </p:nvSpPr>
        <p:spPr>
          <a:xfrm>
            <a:off x="3377520" y="5703120"/>
            <a:ext cx="2322360" cy="55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0680" rIns="0" bIns="0" anchor="t">
            <a:spAutoFit/>
          </a:bodyPr>
          <a:lstStyle/>
          <a:p>
            <a:pPr marL="12600" indent="-720">
              <a:lnSpc>
                <a:spcPts val="1981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800" b="0" u="none" strike="noStrike" spc="-60">
                <a:solidFill>
                  <a:srgbClr val="313131"/>
                </a:solidFill>
                <a:effectLst/>
                <a:uFillTx/>
                <a:latin typeface="Arial MT"/>
              </a:rPr>
              <a:t>Sondas</a:t>
            </a:r>
            <a:r>
              <a:rPr lang="en-US" sz="1800" b="0" u="none" strike="noStrike" spc="-31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13131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45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91">
                <a:solidFill>
                  <a:srgbClr val="313131"/>
                </a:solidFill>
                <a:effectLst/>
                <a:uFillTx/>
                <a:latin typeface="Arial MT"/>
              </a:rPr>
              <a:t>Temperatura </a:t>
            </a:r>
            <a:r>
              <a:rPr lang="en-US" sz="1800" b="0" u="none" strike="noStrike" spc="-31">
                <a:solidFill>
                  <a:srgbClr val="343434"/>
                </a:solidFill>
                <a:effectLst/>
                <a:uFillTx/>
                <a:latin typeface="Arial MT"/>
              </a:rPr>
              <a:t>DS18B20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object 16"/>
          <p:cNvSpPr/>
          <p:nvPr/>
        </p:nvSpPr>
        <p:spPr>
          <a:xfrm>
            <a:off x="3377520" y="6504120"/>
            <a:ext cx="2797560" cy="55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0680" rIns="0" bIns="0" anchor="t">
            <a:spAutoFit/>
          </a:bodyPr>
          <a:lstStyle/>
          <a:p>
            <a:pPr marL="24840" indent="-12600">
              <a:lnSpc>
                <a:spcPts val="1981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800" b="0" u="none" strike="noStrike" spc="-34">
                <a:solidFill>
                  <a:srgbClr val="2A2A2A"/>
                </a:solidFill>
                <a:effectLst/>
                <a:uFillTx/>
                <a:latin typeface="Arial MT"/>
              </a:rPr>
              <a:t>Sensor</a:t>
            </a:r>
            <a:r>
              <a:rPr lang="en-US" sz="1800" b="0" u="none" strike="noStrike" spc="-14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63636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71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54">
                <a:solidFill>
                  <a:srgbClr val="313131"/>
                </a:solidFill>
                <a:effectLst/>
                <a:uFillTx/>
                <a:latin typeface="Arial MT"/>
              </a:rPr>
              <a:t>Humedad</a:t>
            </a:r>
            <a:r>
              <a:rPr lang="en-US" sz="1800" b="0" u="none" strike="noStrike" spc="31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84960"/>
                </a:solidFill>
                <a:effectLst/>
                <a:uFillTx/>
                <a:latin typeface="Arial MT"/>
              </a:rPr>
              <a:t>y</a:t>
            </a:r>
            <a:r>
              <a:rPr lang="en-US" sz="1800" b="0" u="none" strike="noStrike" spc="-111">
                <a:solidFill>
                  <a:srgbClr val="384960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9">
                <a:solidFill>
                  <a:srgbClr val="3B3B3B"/>
                </a:solidFill>
                <a:effectLst/>
                <a:uFillTx/>
                <a:latin typeface="Arial MT"/>
              </a:rPr>
              <a:t>Temp </a:t>
            </a:r>
            <a:r>
              <a:rPr lang="en-US" sz="1800" b="0" u="none" strike="noStrike" spc="-11">
                <a:solidFill>
                  <a:srgbClr val="363636"/>
                </a:solidFill>
                <a:effectLst/>
                <a:uFillTx/>
                <a:latin typeface="Arial MT"/>
              </a:rPr>
              <a:t>(DHT22)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object 17"/>
          <p:cNvSpPr/>
          <p:nvPr/>
        </p:nvSpPr>
        <p:spPr>
          <a:xfrm>
            <a:off x="3378960" y="7305120"/>
            <a:ext cx="211212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20">
                <a:solidFill>
                  <a:srgbClr val="2D2D2D"/>
                </a:solidFill>
                <a:effectLst/>
                <a:uFillTx/>
                <a:latin typeface="Arial MT"/>
              </a:rPr>
              <a:t>Buzzer</a:t>
            </a:r>
            <a:r>
              <a:rPr lang="en-US" sz="1800" b="0" u="none" strike="noStrike" spc="34">
                <a:solidFill>
                  <a:srgbClr val="2D2D2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05">
                <a:solidFill>
                  <a:srgbClr val="343434"/>
                </a:solidFill>
                <a:effectLst/>
                <a:uFillTx/>
                <a:latin typeface="Arial MT"/>
              </a:rPr>
              <a:t>Alarma</a:t>
            </a:r>
            <a:r>
              <a:rPr lang="en-US" sz="1800" b="0" u="none" strike="noStrike" spc="-2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79">
                <a:solidFill>
                  <a:srgbClr val="343434"/>
                </a:solidFill>
                <a:effectLst/>
                <a:uFillTx/>
                <a:latin typeface="Arial MT"/>
              </a:rPr>
              <a:t>Pasivo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object 18"/>
          <p:cNvSpPr/>
          <p:nvPr/>
        </p:nvSpPr>
        <p:spPr>
          <a:xfrm>
            <a:off x="6991200" y="5828760"/>
            <a:ext cx="315108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20">
                <a:solidFill>
                  <a:srgbClr val="383838"/>
                </a:solidFill>
                <a:effectLst/>
                <a:uFillTx/>
                <a:latin typeface="Arial MT"/>
              </a:rPr>
              <a:t>Bus</a:t>
            </a:r>
            <a:r>
              <a:rPr lang="en-US" sz="1800" b="0" u="none" strike="noStrike" spc="-60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65">
                <a:solidFill>
                  <a:srgbClr val="313131"/>
                </a:solidFill>
                <a:effectLst/>
                <a:uFillTx/>
                <a:latin typeface="Arial MT"/>
              </a:rPr>
              <a:t>Digital</a:t>
            </a:r>
            <a:r>
              <a:rPr lang="en-US" sz="1800" b="0" u="none" strike="noStrike" spc="-6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40">
                <a:solidFill>
                  <a:srgbClr val="2B2B2B"/>
                </a:solidFill>
                <a:effectLst/>
                <a:uFillTx/>
                <a:latin typeface="Arial MT"/>
              </a:rPr>
              <a:t>Bidireccional</a:t>
            </a:r>
            <a:r>
              <a:rPr lang="en-US" sz="1800" b="0" u="none" strike="noStrike" spc="125">
                <a:solidFill>
                  <a:srgbClr val="2B2B2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99">
                <a:solidFill>
                  <a:srgbClr val="383838"/>
                </a:solidFill>
                <a:effectLst/>
                <a:uFillTx/>
                <a:latin typeface="Arial MT"/>
              </a:rPr>
              <a:t>(1-</a:t>
            </a:r>
            <a:r>
              <a:rPr lang="en-US" sz="1800" b="0" u="none" strike="noStrike" spc="-71">
                <a:solidFill>
                  <a:srgbClr val="383838"/>
                </a:solidFill>
                <a:effectLst/>
                <a:uFillTx/>
                <a:latin typeface="Arial MT"/>
              </a:rPr>
              <a:t>Wire)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object 19"/>
          <p:cNvSpPr/>
          <p:nvPr/>
        </p:nvSpPr>
        <p:spPr>
          <a:xfrm>
            <a:off x="6989760" y="6629760"/>
            <a:ext cx="245016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79">
                <a:solidFill>
                  <a:srgbClr val="3A3A3A"/>
                </a:solidFill>
                <a:effectLst/>
                <a:uFillTx/>
                <a:latin typeface="Arial MT"/>
              </a:rPr>
              <a:t>Señal</a:t>
            </a:r>
            <a:r>
              <a:rPr lang="en-US" sz="1800" b="0" u="none" strike="noStrike" spc="-45">
                <a:solidFill>
                  <a:srgbClr val="3A3A3A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45">
                <a:solidFill>
                  <a:srgbClr val="333333"/>
                </a:solidFill>
                <a:effectLst/>
                <a:uFillTx/>
                <a:latin typeface="Arial MT"/>
              </a:rPr>
              <a:t>Digital</a:t>
            </a:r>
            <a:r>
              <a:rPr lang="en-US" sz="1800" b="0" u="none" strike="noStrike" spc="-6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60">
                <a:solidFill>
                  <a:srgbClr val="363636"/>
                </a:solidFill>
                <a:effectLst/>
                <a:uFillTx/>
                <a:latin typeface="Arial MT"/>
              </a:rPr>
              <a:t>(Single-</a:t>
            </a:r>
            <a:r>
              <a:rPr lang="en-US" sz="1800" b="0" u="none" strike="noStrike" spc="-34">
                <a:solidFill>
                  <a:srgbClr val="363636"/>
                </a:solidFill>
                <a:effectLst/>
                <a:uFillTx/>
                <a:latin typeface="Arial MT"/>
              </a:rPr>
              <a:t>Bus)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object 20"/>
          <p:cNvSpPr/>
          <p:nvPr/>
        </p:nvSpPr>
        <p:spPr>
          <a:xfrm>
            <a:off x="6989760" y="7305120"/>
            <a:ext cx="318420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79">
                <a:solidFill>
                  <a:srgbClr val="363636"/>
                </a:solidFill>
                <a:effectLst/>
                <a:uFillTx/>
                <a:latin typeface="Arial MT"/>
              </a:rPr>
              <a:t>Salida</a:t>
            </a:r>
            <a:r>
              <a:rPr lang="en-US" sz="1800" b="0" u="none" strike="noStrike" spc="-20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65">
                <a:solidFill>
                  <a:srgbClr val="343434"/>
                </a:solidFill>
                <a:effectLst/>
                <a:uFillTx/>
                <a:latin typeface="Arial MT"/>
              </a:rPr>
              <a:t>Analógica</a:t>
            </a:r>
            <a:r>
              <a:rPr lang="en-US" sz="1800" b="0" u="none" strike="noStrike" spc="-45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91">
                <a:solidFill>
                  <a:srgbClr val="3B3B3B"/>
                </a:solidFill>
                <a:effectLst/>
                <a:uFillTx/>
                <a:latin typeface="Arial MT"/>
              </a:rPr>
              <a:t>E</a:t>
            </a:r>
            <a:r>
              <a:rPr lang="en-US" sz="1800" b="0" u="none" strike="noStrike" spc="-91">
                <a:solidFill>
                  <a:srgbClr val="383838"/>
                </a:solidFill>
                <a:effectLst/>
                <a:uFillTx/>
                <a:latin typeface="Arial MT"/>
              </a:rPr>
              <a:t>mulada</a:t>
            </a:r>
            <a:r>
              <a:rPr lang="en-US" sz="1800" b="0" u="none" strike="noStrike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91">
                <a:solidFill>
                  <a:srgbClr val="3B3B3B"/>
                </a:solidFill>
                <a:effectLst/>
                <a:uFillTx/>
                <a:latin typeface="Arial MT"/>
              </a:rPr>
              <a:t>(PWM)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object 21"/>
          <p:cNvSpPr/>
          <p:nvPr/>
        </p:nvSpPr>
        <p:spPr>
          <a:xfrm>
            <a:off x="1430280" y="7854840"/>
            <a:ext cx="143460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300">
                <a:solidFill>
                  <a:srgbClr val="2F2F2F"/>
                </a:solidFill>
                <a:effectLst/>
                <a:uFillTx/>
                <a:latin typeface="Arial MT"/>
              </a:rPr>
              <a:t>D1O</a:t>
            </a:r>
            <a:r>
              <a:rPr lang="en-US" sz="1800" b="0" u="none" strike="noStrike" spc="136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4526E"/>
                </a:solidFill>
                <a:effectLst/>
                <a:uFillTx/>
                <a:latin typeface="Arial MT"/>
              </a:rPr>
              <a:t>/</a:t>
            </a:r>
            <a:r>
              <a:rPr lang="en-US" sz="1800" b="0" u="none" strike="noStrike" spc="-113">
                <a:solidFill>
                  <a:srgbClr val="44526E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41">
                <a:solidFill>
                  <a:srgbClr val="363636"/>
                </a:solidFill>
                <a:effectLst/>
                <a:uFillTx/>
                <a:latin typeface="Arial MT"/>
              </a:rPr>
              <a:t>D11</a:t>
            </a:r>
            <a:r>
              <a:rPr lang="en-US" sz="1800" b="0" u="none" strike="noStrike" spc="-40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4526E"/>
                </a:solidFill>
                <a:effectLst/>
                <a:uFillTx/>
                <a:latin typeface="Arial MT"/>
              </a:rPr>
              <a:t>/</a:t>
            </a:r>
            <a:r>
              <a:rPr lang="en-US" sz="1800" b="0" u="none" strike="noStrike" spc="-113">
                <a:solidFill>
                  <a:srgbClr val="44526E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39">
                <a:solidFill>
                  <a:srgbClr val="2F2F2F"/>
                </a:solidFill>
                <a:effectLst/>
                <a:uFillTx/>
                <a:latin typeface="Arial MT"/>
              </a:rPr>
              <a:t>D12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object 22"/>
          <p:cNvSpPr/>
          <p:nvPr/>
        </p:nvSpPr>
        <p:spPr>
          <a:xfrm>
            <a:off x="3376440" y="7854840"/>
            <a:ext cx="307116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3A3A3A"/>
                </a:solidFill>
                <a:effectLst/>
                <a:uFillTx/>
                <a:latin typeface="Arial MT"/>
              </a:rPr>
              <a:t>Canales</a:t>
            </a:r>
            <a:r>
              <a:rPr lang="en-US" sz="1800" b="0" u="none" strike="noStrike" spc="-74">
                <a:solidFill>
                  <a:srgbClr val="3A3A3A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51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84">
                <a:solidFill>
                  <a:srgbClr val="282828"/>
                </a:solidFill>
                <a:effectLst/>
                <a:uFillTx/>
                <a:latin typeface="Arial MT"/>
              </a:rPr>
              <a:t>LED</a:t>
            </a:r>
            <a:r>
              <a:rPr lang="en-US" sz="1800" b="0" u="none" strike="noStrike" spc="-31">
                <a:solidFill>
                  <a:srgbClr val="28282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21">
                <a:solidFill>
                  <a:srgbClr val="3B3B3B"/>
                </a:solidFill>
                <a:effectLst/>
                <a:uFillTx/>
                <a:latin typeface="Arial MT"/>
              </a:rPr>
              <a:t>RGB</a:t>
            </a:r>
            <a:r>
              <a:rPr lang="en-US" sz="1800" b="0" u="none" strike="noStrike" spc="96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63636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26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74">
                <a:solidFill>
                  <a:srgbClr val="313131"/>
                </a:solidFill>
                <a:effectLst/>
                <a:uFillTx/>
                <a:latin typeface="Arial MT"/>
              </a:rPr>
              <a:t>Estado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object 23"/>
          <p:cNvSpPr/>
          <p:nvPr/>
        </p:nvSpPr>
        <p:spPr>
          <a:xfrm>
            <a:off x="6989760" y="7854840"/>
            <a:ext cx="238464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79">
                <a:solidFill>
                  <a:srgbClr val="313131"/>
                </a:solidFill>
                <a:effectLst/>
                <a:uFillTx/>
                <a:latin typeface="Arial MT"/>
              </a:rPr>
              <a:t>Salidas</a:t>
            </a:r>
            <a:r>
              <a:rPr lang="en-US" sz="1800" b="0" u="none" strike="noStrike" spc="-45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51">
                <a:solidFill>
                  <a:srgbClr val="313131"/>
                </a:solidFill>
                <a:effectLst/>
                <a:uFillTx/>
                <a:latin typeface="Arial MT"/>
              </a:rPr>
              <a:t>Digitales</a:t>
            </a:r>
            <a:r>
              <a:rPr lang="en-US" sz="1800" b="0" u="none" strike="noStrike" spc="-40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74">
                <a:solidFill>
                  <a:srgbClr val="313131"/>
                </a:solidFill>
                <a:effectLst/>
                <a:uFillTx/>
                <a:latin typeface="Arial MT"/>
              </a:rPr>
              <a:t>Simples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object 24"/>
          <p:cNvSpPr/>
          <p:nvPr/>
        </p:nvSpPr>
        <p:spPr>
          <a:xfrm>
            <a:off x="1430280" y="8404560"/>
            <a:ext cx="139680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91">
                <a:solidFill>
                  <a:srgbClr val="3F3F3F"/>
                </a:solidFill>
                <a:effectLst/>
                <a:uFillTx/>
                <a:latin typeface="Arial MT"/>
              </a:rPr>
              <a:t>Pin</a:t>
            </a:r>
            <a:r>
              <a:rPr lang="en-US" sz="1800" b="0" u="none" strike="noStrike" spc="-105">
                <a:solidFill>
                  <a:srgbClr val="3F3F3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13131"/>
                </a:solidFill>
                <a:effectLst/>
                <a:uFillTx/>
                <a:latin typeface="Arial MT"/>
              </a:rPr>
              <a:t>20</a:t>
            </a:r>
            <a:r>
              <a:rPr lang="en-US" sz="1800" b="0" u="none" strike="noStrike" spc="-71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25277"/>
                </a:solidFill>
                <a:effectLst/>
                <a:uFillTx/>
                <a:latin typeface="Arial MT"/>
              </a:rPr>
              <a:t>/</a:t>
            </a:r>
            <a:r>
              <a:rPr lang="en-US" sz="1800" b="0" u="none" strike="noStrike" spc="-34">
                <a:solidFill>
                  <a:srgbClr val="425277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99">
                <a:solidFill>
                  <a:srgbClr val="384B64"/>
                </a:solidFill>
                <a:effectLst/>
                <a:uFillTx/>
                <a:latin typeface="Arial MT"/>
              </a:rPr>
              <a:t>Pin</a:t>
            </a:r>
            <a:r>
              <a:rPr lang="en-US" sz="1800" b="0" u="none" strike="noStrike" spc="11">
                <a:solidFill>
                  <a:srgbClr val="384B6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51">
                <a:solidFill>
                  <a:srgbClr val="333333"/>
                </a:solidFill>
                <a:effectLst/>
                <a:uFillTx/>
                <a:latin typeface="Arial MT"/>
              </a:rPr>
              <a:t>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object 25"/>
          <p:cNvSpPr/>
          <p:nvPr/>
        </p:nvSpPr>
        <p:spPr>
          <a:xfrm>
            <a:off x="3377880" y="8404560"/>
            <a:ext cx="243180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91">
                <a:solidFill>
                  <a:srgbClr val="363636"/>
                </a:solidFill>
                <a:effectLst/>
                <a:uFillTx/>
                <a:latin typeface="Arial MT"/>
              </a:rPr>
              <a:t>Pantalla</a:t>
            </a:r>
            <a:r>
              <a:rPr lang="en-US" sz="1800" b="0" u="none" strike="noStrike" spc="6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99">
                <a:solidFill>
                  <a:srgbClr val="414141"/>
                </a:solidFill>
                <a:effectLst/>
                <a:uFillTx/>
                <a:latin typeface="Arial MT"/>
              </a:rPr>
              <a:t>LCD</a:t>
            </a:r>
            <a:r>
              <a:rPr lang="en-US" sz="1800" b="0" u="none" strike="noStrike" spc="-11">
                <a:solidFill>
                  <a:srgbClr val="414141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30">
                <a:solidFill>
                  <a:srgbClr val="3B3B3B"/>
                </a:solidFill>
                <a:effectLst/>
                <a:uFillTx/>
                <a:latin typeface="Arial MT"/>
              </a:rPr>
              <a:t>(SDA</a:t>
            </a:r>
            <a:r>
              <a:rPr lang="en-US" sz="1800" b="0" u="none" strike="noStrike" spc="85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5B7082"/>
                </a:solidFill>
                <a:effectLst/>
                <a:uFillTx/>
                <a:latin typeface="Arial MT"/>
              </a:rPr>
              <a:t>/</a:t>
            </a:r>
            <a:r>
              <a:rPr lang="en-US" sz="1800" b="0" u="none" strike="noStrike" spc="-71">
                <a:solidFill>
                  <a:srgbClr val="5B708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25">
                <a:solidFill>
                  <a:srgbClr val="333333"/>
                </a:solidFill>
                <a:effectLst/>
                <a:uFillTx/>
                <a:latin typeface="Arial MT"/>
              </a:rPr>
              <a:t>SCL)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object 26"/>
          <p:cNvSpPr/>
          <p:nvPr/>
        </p:nvSpPr>
        <p:spPr>
          <a:xfrm>
            <a:off x="6991200" y="8404560"/>
            <a:ext cx="239940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71">
                <a:solidFill>
                  <a:srgbClr val="363636"/>
                </a:solidFill>
                <a:effectLst/>
                <a:uFillTx/>
                <a:latin typeface="Arial MT"/>
              </a:rPr>
              <a:t>Líneas</a:t>
            </a:r>
            <a:r>
              <a:rPr lang="en-US" sz="1800" b="0" u="none" strike="noStrike" spc="-34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Arial MT"/>
              </a:rPr>
              <a:t>del</a:t>
            </a:r>
            <a:r>
              <a:rPr lang="en-US" sz="1800" b="0" u="none" strike="noStrike" spc="-125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0">
                <a:solidFill>
                  <a:srgbClr val="3D3D3D"/>
                </a:solidFill>
                <a:effectLst/>
                <a:uFillTx/>
                <a:latin typeface="Arial MT"/>
              </a:rPr>
              <a:t>Bus</a:t>
            </a:r>
            <a:r>
              <a:rPr lang="en-US" sz="1800" b="0" u="none" strike="noStrike" spc="-96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45">
                <a:solidFill>
                  <a:srgbClr val="333333"/>
                </a:solidFill>
                <a:effectLst/>
                <a:uFillTx/>
                <a:latin typeface="Arial MT"/>
              </a:rPr>
              <a:t>Serie</a:t>
            </a:r>
            <a:r>
              <a:rPr lang="en-US" sz="1800" b="0" u="none" strike="noStrike" spc="-51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54">
                <a:solidFill>
                  <a:srgbClr val="383838"/>
                </a:solidFill>
                <a:effectLst/>
                <a:uFillTx/>
                <a:latin typeface="Arial MT"/>
              </a:rPr>
              <a:t>I2C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object 27"/>
          <p:cNvSpPr/>
          <p:nvPr/>
        </p:nvSpPr>
        <p:spPr>
          <a:xfrm>
            <a:off x="11529720" y="4902120"/>
            <a:ext cx="371052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184">
                <a:solidFill>
                  <a:srgbClr val="003B7B"/>
                </a:solidFill>
                <a:effectLst/>
                <a:uFillTx/>
                <a:latin typeface="Arial MT"/>
              </a:rPr>
              <a:t>Notos</a:t>
            </a:r>
            <a:r>
              <a:rPr lang="en-US" sz="1800" b="0" u="none" strike="noStrike" spc="-113">
                <a:solidFill>
                  <a:srgbClr val="003B7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156">
                <a:solidFill>
                  <a:srgbClr val="00447B"/>
                </a:solidFill>
                <a:effectLst/>
                <a:uFillTx/>
                <a:latin typeface="Arial MT"/>
              </a:rPr>
              <a:t>T</a:t>
            </a:r>
            <a:r>
              <a:rPr lang="en-US" sz="1800" b="0" u="none" strike="noStrike" spc="156">
                <a:solidFill>
                  <a:srgbClr val="003FA1"/>
                </a:solidFill>
                <a:effectLst/>
                <a:uFillTx/>
                <a:latin typeface="Arial MT"/>
              </a:rPr>
              <a:t>écnicos</a:t>
            </a:r>
            <a:r>
              <a:rPr lang="en-US" sz="1800" b="0" u="none" strike="noStrike" spc="-26">
                <a:solidFill>
                  <a:srgbClr val="003FA1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176">
                <a:solidFill>
                  <a:srgbClr val="084480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54">
                <a:solidFill>
                  <a:srgbClr val="084480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196">
                <a:solidFill>
                  <a:srgbClr val="004679"/>
                </a:solidFill>
                <a:effectLst/>
                <a:uFillTx/>
                <a:latin typeface="Arial MT"/>
              </a:rPr>
              <a:t>Integroción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object 28"/>
          <p:cNvSpPr/>
          <p:nvPr/>
        </p:nvSpPr>
        <p:spPr>
          <a:xfrm>
            <a:off x="17443440" y="1132560"/>
            <a:ext cx="121500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139">
                <a:solidFill>
                  <a:srgbClr val="003689"/>
                </a:solidFill>
                <a:effectLst/>
                <a:uFillTx/>
                <a:latin typeface="Arial MT"/>
              </a:rPr>
              <a:t>1õ</a:t>
            </a:r>
            <a:r>
              <a:rPr lang="en-US" sz="1800" b="0" u="none" strike="noStrike" spc="-300">
                <a:solidFill>
                  <a:srgbClr val="00368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15479"/>
                </a:solidFill>
                <a:effectLst/>
                <a:uFillTx/>
                <a:latin typeface="Arial MT"/>
              </a:rPr>
              <a:t>.</a:t>
            </a:r>
            <a:r>
              <a:rPr lang="en-US" sz="1800" b="0" u="none" strike="noStrike" spc="40">
                <a:solidFill>
                  <a:srgbClr val="315479"/>
                </a:solidFill>
                <a:effectLst/>
                <a:uFillTx/>
                <a:latin typeface="Arial MT"/>
              </a:rPr>
              <a:t>  </a:t>
            </a:r>
            <a:r>
              <a:rPr lang="en-US" sz="1800" b="0" u="none" strike="noStrike" spc="-360">
                <a:solidFill>
                  <a:srgbClr val="003B72"/>
                </a:solidFill>
                <a:effectLst/>
                <a:uFillTx/>
                <a:latin typeface="Arial MT"/>
              </a:rPr>
              <a:t>ESgUEf1A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object 29"/>
          <p:cNvSpPr/>
          <p:nvPr/>
        </p:nvSpPr>
        <p:spPr>
          <a:xfrm>
            <a:off x="11843280" y="5349600"/>
            <a:ext cx="6606720" cy="258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4040" indent="-1800">
              <a:lnSpc>
                <a:spcPct val="12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800" b="0" u="none" strike="noStrike" spc="-105">
                <a:solidFill>
                  <a:srgbClr val="384D6B"/>
                </a:solidFill>
                <a:effectLst/>
                <a:uFillTx/>
                <a:latin typeface="Arial MT"/>
              </a:rPr>
              <a:t>El</a:t>
            </a:r>
            <a:r>
              <a:rPr lang="en-US" sz="1800" b="0" u="none" strike="noStrike" spc="-20">
                <a:solidFill>
                  <a:srgbClr val="384D6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bus</a:t>
            </a:r>
            <a:r>
              <a:rPr lang="en-US" sz="1800" b="0" u="none" strike="noStrike" spc="-176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45">
                <a:solidFill>
                  <a:srgbClr val="484848"/>
                </a:solidFill>
                <a:effectLst/>
                <a:uFillTx/>
                <a:latin typeface="Arial MT"/>
              </a:rPr>
              <a:t>1-</a:t>
            </a:r>
            <a:r>
              <a:rPr lang="en-US" sz="1800" b="0" u="none" strike="noStrike">
                <a:solidFill>
                  <a:srgbClr val="484848"/>
                </a:solidFill>
                <a:effectLst/>
                <a:uFillTx/>
                <a:latin typeface="Arial MT"/>
              </a:rPr>
              <a:t>Wire</a:t>
            </a:r>
            <a:r>
              <a:rPr lang="en-US" sz="1800" b="0" u="none" strike="noStrike" spc="-40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D66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45">
                <a:solidFill>
                  <a:srgbClr val="4B4D6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525252"/>
                </a:solidFill>
                <a:effectLst/>
                <a:uFillTx/>
                <a:latin typeface="Arial MT"/>
              </a:rPr>
              <a:t>la</a:t>
            </a:r>
            <a:r>
              <a:rPr lang="en-US" sz="1800" b="0" u="none" strike="noStrike" spc="79">
                <a:solidFill>
                  <a:srgbClr val="52525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24242"/>
                </a:solidFill>
                <a:effectLst/>
                <a:uFillTx/>
                <a:latin typeface="Arial MT"/>
              </a:rPr>
              <a:t>sonda</a:t>
            </a:r>
            <a:r>
              <a:rPr lang="en-US" sz="1800" b="0" u="none" strike="noStrike" spc="65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0">
                <a:solidFill>
                  <a:srgbClr val="3F3F3F"/>
                </a:solidFill>
                <a:effectLst/>
                <a:uFillTx/>
                <a:latin typeface="Arial MT"/>
              </a:rPr>
              <a:t>DS18B2</a:t>
            </a:r>
            <a:r>
              <a:rPr lang="en-US" sz="1800" b="0" u="none" strike="noStrike" spc="-20">
                <a:solidFill>
                  <a:srgbClr val="9AACB8"/>
                </a:solidFill>
                <a:effectLst/>
                <a:uFillTx/>
                <a:latin typeface="Arial MT"/>
              </a:rPr>
              <a:t>0</a:t>
            </a:r>
            <a:r>
              <a:rPr lang="en-US" sz="1800" b="0" u="none" strike="noStrike" spc="-40">
                <a:solidFill>
                  <a:srgbClr val="9AACB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requiere</a:t>
            </a:r>
            <a:r>
              <a:rPr lang="en-US" sz="1800" b="0" u="none" strike="noStrike" spc="45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40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505050"/>
                </a:solidFill>
                <a:effectLst/>
                <a:uFillTx/>
                <a:latin typeface="Arial MT"/>
              </a:rPr>
              <a:t>una</a:t>
            </a:r>
            <a:r>
              <a:rPr lang="en-US" sz="1800" b="0" u="none" strike="noStrike" spc="31">
                <a:solidFill>
                  <a:srgbClr val="505050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14141"/>
                </a:solidFill>
                <a:effectLst/>
                <a:uFillTx/>
                <a:latin typeface="Arial MT"/>
              </a:rPr>
              <a:t>resistencia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externa</a:t>
            </a:r>
            <a:r>
              <a:rPr lang="en-US" sz="1800" b="0" u="none" strike="noStrike" spc="139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pull-up</a:t>
            </a:r>
            <a:r>
              <a:rPr lang="en-US" sz="1800" b="0" u="none" strike="noStrike" spc="130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525252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91">
                <a:solidFill>
                  <a:srgbClr val="52525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4.7</a:t>
            </a:r>
            <a:r>
              <a:rPr lang="en-US" sz="1800" b="0" u="none" strike="noStrike" spc="14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25">
                <a:solidFill>
                  <a:srgbClr val="4F4F4F"/>
                </a:solidFill>
                <a:effectLst/>
                <a:uFillTx/>
                <a:latin typeface="Arial MT"/>
              </a:rPr>
              <a:t>kC!</a:t>
            </a:r>
            <a:r>
              <a:rPr lang="en-US" sz="1800" b="0" u="none" strike="noStrike" spc="51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6B8590"/>
                </a:solidFill>
                <a:effectLst/>
                <a:uFillTx/>
                <a:latin typeface="Arial MT"/>
              </a:rPr>
              <a:t>para</a:t>
            </a:r>
            <a:r>
              <a:rPr lang="en-US" sz="1800" b="0" u="none" strike="noStrike" spc="99">
                <a:solidFill>
                  <a:srgbClr val="6B8590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aseg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urar</a:t>
            </a:r>
            <a:r>
              <a:rPr lang="en-US" sz="1800" b="0" u="none" strike="noStrike" spc="60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que</a:t>
            </a:r>
            <a:r>
              <a:rPr lang="en-US" sz="1800" b="0" u="none" strike="noStrike" spc="34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3D3D3D"/>
                </a:solidFill>
                <a:effectLst/>
                <a:uFillTx/>
                <a:latin typeface="Arial MT"/>
              </a:rPr>
              <a:t>las</a:t>
            </a:r>
            <a:r>
              <a:rPr lang="en-US" sz="1800" b="0" u="none" strike="noStrike" spc="-74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transiciones</a:t>
            </a:r>
            <a:r>
              <a:rPr lang="en-US" sz="1800" b="0" u="none" strike="noStrike" spc="119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6">
                <a:solidFill>
                  <a:srgbClr val="444444"/>
                </a:solidFill>
                <a:effectLst/>
                <a:uFillTx/>
                <a:latin typeface="Arial MT"/>
              </a:rPr>
              <a:t>de </a:t>
            </a:r>
            <a:r>
              <a:rPr lang="en-US" sz="1800" b="0" u="none" strike="noStrike">
                <a:solidFill>
                  <a:srgbClr val="484848"/>
                </a:solidFill>
                <a:effectLst/>
                <a:uFillTx/>
                <a:latin typeface="Arial MT"/>
              </a:rPr>
              <a:t>subida</a:t>
            </a:r>
            <a:r>
              <a:rPr lang="en-US" sz="1800" b="0" u="none" strike="noStrike" spc="54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545454"/>
                </a:solidFill>
                <a:effectLst/>
                <a:uFillTx/>
                <a:latin typeface="Arial MT"/>
              </a:rPr>
              <a:t>no</a:t>
            </a:r>
            <a:r>
              <a:rPr lang="en-US" sz="1800" b="0" u="none" strike="noStrike" spc="-51">
                <a:solidFill>
                  <a:srgbClr val="54545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D4D4D"/>
                </a:solidFill>
                <a:effectLst/>
                <a:uFillTx/>
                <a:latin typeface="Arial MT"/>
              </a:rPr>
              <a:t>se</a:t>
            </a:r>
            <a:r>
              <a:rPr lang="en-US" sz="1800" b="0" u="none" strike="noStrike" spc="-60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64646"/>
                </a:solidFill>
                <a:effectLst/>
                <a:uFillTx/>
                <a:latin typeface="Arial MT"/>
              </a:rPr>
              <a:t>distorsionen.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040" indent="-1800">
              <a:lnSpc>
                <a:spcPct val="120000"/>
              </a:lnSpc>
              <a:spcBef>
                <a:spcPts val="989"/>
              </a:spcBef>
              <a:tabLst>
                <a:tab pos="0" algn="l"/>
              </a:tabLst>
            </a:pPr>
            <a:r>
              <a:rPr lang="en-US" sz="1800" b="0" u="none" strike="noStrike" spc="-111">
                <a:solidFill>
                  <a:srgbClr val="3D3D3D"/>
                </a:solidFill>
                <a:effectLst/>
                <a:uFillTx/>
                <a:latin typeface="Arial MT"/>
              </a:rPr>
              <a:t>El</a:t>
            </a:r>
            <a:r>
              <a:rPr lang="en-US" sz="1800" b="0" u="none" strike="noStrike" spc="45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24242"/>
                </a:solidFill>
                <a:effectLst/>
                <a:uFillTx/>
                <a:latin typeface="Arial MT"/>
              </a:rPr>
              <a:t>direccionamiento</a:t>
            </a:r>
            <a:r>
              <a:rPr lang="en-US" sz="1800" b="0" u="none" strike="noStrike" spc="-60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24242"/>
                </a:solidFill>
                <a:effectLst/>
                <a:uFillTx/>
                <a:latin typeface="Arial MT"/>
              </a:rPr>
              <a:t>I2C</a:t>
            </a:r>
            <a:r>
              <a:rPr lang="en-US" sz="1800" b="0" u="none" strike="noStrike" spc="74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Arial MT"/>
              </a:rPr>
              <a:t>configurado</a:t>
            </a:r>
            <a:r>
              <a:rPr lang="en-US" sz="1800" b="0" u="none" strike="noStrike" spc="136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por</a:t>
            </a:r>
            <a:r>
              <a:rPr lang="en-US" sz="1800" b="0" u="none" strike="noStrike" spc="145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45">
                <a:solidFill>
                  <a:srgbClr val="464646"/>
                </a:solidFill>
                <a:effectLst/>
                <a:uFillTx/>
                <a:latin typeface="Arial MT"/>
              </a:rPr>
              <a:t>defecto</a:t>
            </a:r>
            <a:r>
              <a:rPr lang="en-US" sz="1800" b="0" u="none" strike="noStrike" spc="99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24242"/>
                </a:solidFill>
                <a:effectLst/>
                <a:uFillTx/>
                <a:latin typeface="Arial MT"/>
              </a:rPr>
              <a:t>para</a:t>
            </a:r>
            <a:r>
              <a:rPr lang="en-US" sz="1800" b="0" u="none" strike="noStrike" spc="201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6">
                <a:solidFill>
                  <a:srgbClr val="A5BACF"/>
                </a:solidFill>
                <a:effectLst/>
                <a:uFillTx/>
                <a:latin typeface="Arial MT"/>
              </a:rPr>
              <a:t>el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expansor</a:t>
            </a:r>
            <a:r>
              <a:rPr lang="en-US" sz="1800" b="0" u="none" strike="noStrike" spc="99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6">
                <a:solidFill>
                  <a:srgbClr val="464646"/>
                </a:solidFill>
                <a:effectLst/>
                <a:uFillTx/>
                <a:latin typeface="Arial MT"/>
              </a:rPr>
              <a:t>PCF8574</a:t>
            </a:r>
            <a:r>
              <a:rPr lang="en-US" sz="1800" b="0" u="none" strike="noStrike" spc="34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es</a:t>
            </a:r>
            <a:r>
              <a:rPr lang="en-US" sz="1800" b="0" u="none" strike="noStrike" spc="-96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el</a:t>
            </a:r>
            <a:r>
              <a:rPr lang="en-US" sz="1800" b="0" u="none" strike="noStrike" spc="-111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44444"/>
                </a:solidFill>
                <a:effectLst/>
                <a:uFillTx/>
                <a:latin typeface="Arial MT"/>
              </a:rPr>
              <a:t>0x27.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040">
              <a:lnSpc>
                <a:spcPct val="120000"/>
              </a:lnSpc>
              <a:spcBef>
                <a:spcPts val="989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Los</a:t>
            </a:r>
            <a:r>
              <a:rPr lang="en-US" sz="1800" b="0" u="none" strike="noStrike" spc="-74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pines</a:t>
            </a:r>
            <a:r>
              <a:rPr lang="en-US" sz="1800" b="0" u="none" strike="noStrike" spc="-20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79">
                <a:solidFill>
                  <a:srgbClr val="383838"/>
                </a:solidFill>
                <a:effectLst/>
                <a:uFillTx/>
                <a:latin typeface="Arial MT"/>
              </a:rPr>
              <a:t>D10-</a:t>
            </a:r>
            <a:r>
              <a:rPr lang="en-US" sz="1800" b="0" u="none" strike="noStrike">
                <a:solidFill>
                  <a:srgbClr val="383838"/>
                </a:solidFill>
                <a:effectLst/>
                <a:uFillTx/>
                <a:latin typeface="Arial MT"/>
              </a:rPr>
              <a:t>D12</a:t>
            </a:r>
            <a:r>
              <a:rPr lang="en-US" sz="1800" b="0" u="none" strike="noStrike" spc="159">
                <a:solidFill>
                  <a:srgbClr val="38383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84848"/>
                </a:solidFill>
                <a:effectLst/>
                <a:uFillTx/>
                <a:latin typeface="Arial MT"/>
              </a:rPr>
              <a:t>modulan</a:t>
            </a:r>
            <a:r>
              <a:rPr lang="en-US" sz="1800" b="0" u="none" strike="noStrike" spc="14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84848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54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525252"/>
                </a:solidFill>
                <a:effectLst/>
                <a:uFillTx/>
                <a:latin typeface="Arial MT"/>
              </a:rPr>
              <a:t>forma</a:t>
            </a:r>
            <a:r>
              <a:rPr lang="en-US" sz="1800" b="0" u="none" strike="noStrike" spc="85">
                <a:solidFill>
                  <a:srgbClr val="52525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directa</a:t>
            </a:r>
            <a:r>
              <a:rPr lang="en-US" sz="1800" b="0" u="none" strike="noStrike" spc="111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728297"/>
                </a:solidFill>
                <a:effectLst/>
                <a:uFillTx/>
                <a:latin typeface="Arial MT"/>
              </a:rPr>
              <a:t>la</a:t>
            </a:r>
            <a:r>
              <a:rPr lang="en-US" sz="1800" b="0" u="none" strike="noStrike" spc="31">
                <a:solidFill>
                  <a:srgbClr val="728297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intensidad</a:t>
            </a:r>
            <a:r>
              <a:rPr lang="en-US" sz="1800" b="0" u="none" strike="noStrike" spc="119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6">
                <a:solidFill>
                  <a:srgbClr val="484848"/>
                </a:solidFill>
                <a:effectLst/>
                <a:uFillTx/>
                <a:latin typeface="Arial MT"/>
              </a:rPr>
              <a:t>de </a:t>
            </a:r>
            <a:r>
              <a:rPr lang="en-US" sz="1800" b="0" u="none" strike="noStrike">
                <a:solidFill>
                  <a:srgbClr val="545454"/>
                </a:solidFill>
                <a:effectLst/>
                <a:uFillTx/>
                <a:latin typeface="Arial MT"/>
              </a:rPr>
              <a:t>corriente</a:t>
            </a:r>
            <a:r>
              <a:rPr lang="en-US" sz="1800" b="0" u="none" strike="noStrike" spc="51">
                <a:solidFill>
                  <a:srgbClr val="54545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para</a:t>
            </a:r>
            <a:r>
              <a:rPr lang="en-US" sz="1800" b="0" u="none" strike="noStrike" spc="79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84848"/>
                </a:solidFill>
                <a:effectLst/>
                <a:uFillTx/>
                <a:latin typeface="Arial MT"/>
              </a:rPr>
              <a:t>balancear</a:t>
            </a:r>
            <a:r>
              <a:rPr lang="en-US" sz="1800" b="0" u="none" strike="noStrike" spc="139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la</a:t>
            </a:r>
            <a:r>
              <a:rPr lang="en-US" sz="1800" b="0" u="none" strike="noStrike" spc="40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B3B3B"/>
                </a:solidFill>
                <a:effectLst/>
                <a:uFillTx/>
                <a:latin typeface="Arial MT"/>
              </a:rPr>
              <a:t>mezcla</a:t>
            </a:r>
            <a:r>
              <a:rPr lang="en-US" sz="1800" b="0" u="none" strike="noStrike" spc="99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34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colores </a:t>
            </a:r>
            <a:r>
              <a:rPr lang="en-US" sz="1800" b="0" u="none" strike="noStrike" spc="-20">
                <a:solidFill>
                  <a:srgbClr val="2F2F2F"/>
                </a:solidFill>
                <a:effectLst/>
                <a:uFillTx/>
                <a:latin typeface="Arial MT"/>
              </a:rPr>
              <a:t>RGB.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1220400" y="857520"/>
            <a:ext cx="13772880" cy="771840"/>
          </a:xfrm>
          <a:prstGeom prst="rect">
            <a:avLst/>
          </a:prstGeom>
          <a:noFill/>
          <a:ln w="0">
            <a:noFill/>
          </a:ln>
        </p:spPr>
        <p:txBody>
          <a:bodyPr lIns="0" tIns="14760" rIns="0" bIns="0" anchor="t">
            <a:spAutoFit/>
          </a:bodyPr>
          <a:lstStyle/>
          <a:p>
            <a:pPr marL="25560" indent="0" algn="l">
              <a:lnSpc>
                <a:spcPct val="100000"/>
              </a:lnSpc>
              <a:spcBef>
                <a:spcPts val="113"/>
              </a:spcBef>
              <a:buNone/>
            </a:pPr>
            <a:r>
              <a:rPr lang="en-US" sz="4750" b="1" u="none" strike="noStrike">
                <a:solidFill>
                  <a:srgbClr val="083D70"/>
                </a:solidFill>
                <a:effectLst/>
                <a:uFillTx/>
                <a:latin typeface="Calibri"/>
              </a:rPr>
              <a:t>Manejo</a:t>
            </a:r>
            <a:r>
              <a:rPr lang="en-US" sz="4750" b="1" u="none" strike="noStrike" spc="96">
                <a:solidFill>
                  <a:srgbClr val="083D70"/>
                </a:solidFill>
                <a:effectLst/>
                <a:uFillTx/>
                <a:latin typeface="Calibri"/>
              </a:rPr>
              <a:t> </a:t>
            </a:r>
            <a:r>
              <a:rPr lang="en-US" sz="4750" b="1" u="none" strike="noStrike" spc="96">
                <a:solidFill>
                  <a:srgbClr val="084272"/>
                </a:solidFill>
                <a:effectLst/>
                <a:uFillTx/>
                <a:latin typeface="Calibri"/>
              </a:rPr>
              <a:t>de</a:t>
            </a:r>
            <a:r>
              <a:rPr lang="en-US" sz="4750" b="1" u="none" strike="noStrike" spc="-306">
                <a:solidFill>
                  <a:srgbClr val="084272"/>
                </a:solidFill>
                <a:effectLst/>
                <a:uFillTx/>
                <a:latin typeface="Calibri"/>
              </a:rPr>
              <a:t> </a:t>
            </a:r>
            <a:r>
              <a:rPr lang="en-US" sz="4750" b="1" u="none" strike="noStrike" spc="60">
                <a:solidFill>
                  <a:srgbClr val="01448E"/>
                </a:solidFill>
                <a:effectLst/>
                <a:uFillTx/>
                <a:latin typeface="Calibri"/>
              </a:rPr>
              <a:t>Datos</a:t>
            </a:r>
            <a:r>
              <a:rPr lang="en-US" sz="4750" b="1" u="none" strike="noStrike" spc="45">
                <a:solidFill>
                  <a:srgbClr val="01448E"/>
                </a:solidFill>
                <a:effectLst/>
                <a:uFillTx/>
                <a:latin typeface="Calibri"/>
              </a:rPr>
              <a:t> </a:t>
            </a:r>
            <a:r>
              <a:rPr lang="en-US" sz="4750" b="1" u="none" strike="noStrike" spc="65">
                <a:solidFill>
                  <a:srgbClr val="003A7C"/>
                </a:solidFill>
                <a:effectLst/>
                <a:uFillTx/>
                <a:latin typeface="Calibri"/>
              </a:rPr>
              <a:t>y</a:t>
            </a:r>
            <a:r>
              <a:rPr lang="en-US" sz="4750" b="1" u="none" strike="noStrike" spc="-60">
                <a:solidFill>
                  <a:srgbClr val="003A7C"/>
                </a:solidFill>
                <a:effectLst/>
                <a:uFillTx/>
                <a:latin typeface="Calibri"/>
              </a:rPr>
              <a:t> </a:t>
            </a:r>
            <a:r>
              <a:rPr lang="en-US" sz="4750" b="1" u="none" strike="noStrike">
                <a:solidFill>
                  <a:srgbClr val="053D7B"/>
                </a:solidFill>
                <a:effectLst/>
                <a:uFillTx/>
                <a:latin typeface="Calibri"/>
              </a:rPr>
              <a:t>Métricas</a:t>
            </a:r>
            <a:r>
              <a:rPr lang="en-US" sz="4750" b="1" u="none" strike="noStrike" spc="139">
                <a:solidFill>
                  <a:srgbClr val="053D7B"/>
                </a:solidFill>
                <a:effectLst/>
                <a:uFillTx/>
                <a:latin typeface="Calibri"/>
              </a:rPr>
              <a:t> </a:t>
            </a:r>
            <a:r>
              <a:rPr lang="en-US" sz="4750" b="1" u="none" strike="noStrike" spc="96">
                <a:solidFill>
                  <a:srgbClr val="00447B"/>
                </a:solidFill>
                <a:effectLst/>
                <a:uFillTx/>
                <a:latin typeface="Calibri"/>
              </a:rPr>
              <a:t>de</a:t>
            </a:r>
            <a:r>
              <a:rPr lang="en-US" sz="4750" b="1" u="none" strike="noStrike" spc="-289">
                <a:solidFill>
                  <a:srgbClr val="00447B"/>
                </a:solidFill>
                <a:effectLst/>
                <a:uFillTx/>
                <a:latin typeface="Calibri"/>
              </a:rPr>
              <a:t> </a:t>
            </a:r>
            <a:r>
              <a:rPr lang="en-US" sz="4750" b="1" u="none" strike="noStrike" spc="190">
                <a:solidFill>
                  <a:srgbClr val="053D77"/>
                </a:solidFill>
                <a:effectLst/>
                <a:uFillTx/>
                <a:latin typeface="Calibri"/>
              </a:rPr>
              <a:t>Calidad</a:t>
            </a:r>
            <a:endParaRPr lang="en-US" sz="47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7" name="object 3"/>
          <p:cNvSpPr/>
          <p:nvPr/>
        </p:nvSpPr>
        <p:spPr>
          <a:xfrm>
            <a:off x="1236240" y="4809960"/>
            <a:ext cx="9001440" cy="74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7000"/>
              </a:lnSpc>
              <a:spcBef>
                <a:spcPts val="99"/>
              </a:spcBef>
            </a:pPr>
            <a:r>
              <a:rPr lang="en-US" sz="2200" b="0" u="none" strike="noStrike">
                <a:solidFill>
                  <a:srgbClr val="363636"/>
                </a:solidFill>
                <a:effectLst/>
                <a:uFillTx/>
                <a:latin typeface="Calibri"/>
              </a:rPr>
              <a:t>Para</a:t>
            </a:r>
            <a:r>
              <a:rPr lang="en-US" sz="2200" b="0" u="none" strike="noStrike" spc="-125">
                <a:solidFill>
                  <a:srgbClr val="363636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31">
                <a:solidFill>
                  <a:srgbClr val="282828"/>
                </a:solidFill>
                <a:effectLst/>
                <a:uFillTx/>
                <a:latin typeface="Calibri"/>
              </a:rPr>
              <a:t>evitar</a:t>
            </a:r>
            <a:r>
              <a:rPr lang="en-US" sz="2200" b="0" u="none" strike="noStrike" spc="-96">
                <a:solidFill>
                  <a:srgbClr val="282828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40">
                <a:solidFill>
                  <a:srgbClr val="2F2F2F"/>
                </a:solidFill>
                <a:effectLst/>
                <a:uFillTx/>
                <a:latin typeface="Calibri"/>
              </a:rPr>
              <a:t>problemas</a:t>
            </a:r>
            <a:r>
              <a:rPr lang="en-US" sz="2200" b="0" u="none" strike="noStrike" spc="11">
                <a:solidFill>
                  <a:srgbClr val="2F2F2F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383838"/>
                </a:solidFill>
                <a:effectLst/>
                <a:uFillTx/>
                <a:latin typeface="Calibri"/>
              </a:rPr>
              <a:t>de</a:t>
            </a:r>
            <a:r>
              <a:rPr lang="en-US" sz="2200" b="0" u="none" strike="noStrike" spc="-6">
                <a:solidFill>
                  <a:srgbClr val="383838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26">
                <a:solidFill>
                  <a:srgbClr val="2F2F2F"/>
                </a:solidFill>
                <a:effectLst/>
                <a:uFillTx/>
                <a:latin typeface="Calibri"/>
              </a:rPr>
              <a:t>saturación</a:t>
            </a:r>
            <a:r>
              <a:rPr lang="en-US" sz="2200" b="0" u="none" strike="noStrike" spc="26">
                <a:solidFill>
                  <a:srgbClr val="2F2F2F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</a:t>
            </a:r>
            <a:r>
              <a:rPr lang="en-US" sz="2200" b="0" u="none" strike="noStrike" spc="-65">
                <a:solidFill>
                  <a:srgbClr val="333333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363636"/>
                </a:solidFill>
                <a:effectLst/>
                <a:uFillTx/>
                <a:latin typeface="Calibri"/>
              </a:rPr>
              <a:t>la</a:t>
            </a:r>
            <a:r>
              <a:rPr lang="en-US" sz="2200" b="0" u="none" strike="noStrike" spc="-136">
                <a:solidFill>
                  <a:srgbClr val="363636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60">
                <a:solidFill>
                  <a:srgbClr val="343434"/>
                </a:solidFill>
                <a:effectLst/>
                <a:uFillTx/>
                <a:latin typeface="Calibri"/>
              </a:rPr>
              <a:t>memoria</a:t>
            </a:r>
            <a:r>
              <a:rPr lang="en-US" sz="2200" b="0" u="none" strike="noStrike" spc="-65">
                <a:solidFill>
                  <a:srgbClr val="343434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11">
                <a:solidFill>
                  <a:srgbClr val="383838"/>
                </a:solidFill>
                <a:effectLst/>
                <a:uFillTx/>
                <a:latin typeface="Calibri"/>
              </a:rPr>
              <a:t>dinámica</a:t>
            </a:r>
            <a:r>
              <a:rPr lang="en-US" sz="2200" b="0" u="none" strike="noStrike" spc="-31">
                <a:solidFill>
                  <a:srgbClr val="383838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3D3D3D"/>
                </a:solidFill>
                <a:effectLst/>
                <a:uFillTx/>
                <a:latin typeface="Calibri"/>
              </a:rPr>
              <a:t>SRAM</a:t>
            </a:r>
            <a:r>
              <a:rPr lang="en-US" sz="2200" b="0" u="none" strike="noStrike" spc="34">
                <a:solidFill>
                  <a:srgbClr val="3D3D3D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34">
                <a:solidFill>
                  <a:srgbClr val="2D2D2D"/>
                </a:solidFill>
                <a:effectLst/>
                <a:uFillTx/>
                <a:latin typeface="Calibri"/>
              </a:rPr>
              <a:t>(de</a:t>
            </a:r>
            <a:r>
              <a:rPr lang="en-US" sz="2200" b="0" u="none" strike="noStrike" spc="-45">
                <a:solidFill>
                  <a:srgbClr val="2D2D2D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343434"/>
                </a:solidFill>
                <a:effectLst/>
                <a:uFillTx/>
                <a:latin typeface="Calibri"/>
              </a:rPr>
              <a:t>apenas</a:t>
            </a:r>
            <a:r>
              <a:rPr lang="en-US" sz="2200" b="0" u="none" strike="noStrike" spc="34">
                <a:solidFill>
                  <a:srgbClr val="343434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51">
                <a:solidFill>
                  <a:srgbClr val="363636"/>
                </a:solidFill>
                <a:effectLst/>
                <a:uFillTx/>
                <a:latin typeface="Calibri"/>
              </a:rPr>
              <a:t>8 </a:t>
            </a:r>
            <a:r>
              <a:rPr lang="en-US" sz="2200" b="0" u="none" strike="noStrike">
                <a:solidFill>
                  <a:srgbClr val="8093B6"/>
                </a:solidFill>
                <a:effectLst/>
                <a:uFillTx/>
                <a:latin typeface="Calibri"/>
              </a:rPr>
              <a:t>KB)</a:t>
            </a:r>
            <a:r>
              <a:rPr lang="en-US" sz="2200" b="0" u="none" strike="noStrike" spc="-91">
                <a:solidFill>
                  <a:srgbClr val="8093B6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51">
                <a:solidFill>
                  <a:srgbClr val="2F2F2F"/>
                </a:solidFill>
                <a:effectLst/>
                <a:uFillTx/>
                <a:latin typeface="Calibri"/>
              </a:rPr>
              <a:t>durante</a:t>
            </a:r>
            <a:r>
              <a:rPr lang="en-US" sz="2200" b="0" u="none" strike="noStrike" spc="65">
                <a:solidFill>
                  <a:srgbClr val="2F2F2F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20">
                <a:solidFill>
                  <a:srgbClr val="1F1F1F"/>
                </a:solidFill>
                <a:effectLst/>
                <a:uFillTx/>
                <a:latin typeface="Calibri"/>
              </a:rPr>
              <a:t>muestreos</a:t>
            </a:r>
            <a:r>
              <a:rPr lang="en-US" sz="2200" b="0" u="none" strike="noStrike" spc="65">
                <a:solidFill>
                  <a:srgbClr val="1F1F1F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31">
                <a:solidFill>
                  <a:srgbClr val="2A2A2A"/>
                </a:solidFill>
                <a:effectLst/>
                <a:uFillTx/>
                <a:latin typeface="Calibri"/>
              </a:rPr>
              <a:t>prolongados,</a:t>
            </a:r>
            <a:r>
              <a:rPr lang="en-US" sz="2200" b="0" u="none" strike="noStrike" spc="181">
                <a:solidFill>
                  <a:srgbClr val="2A2A2A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2A2A2A"/>
                </a:solidFill>
                <a:effectLst/>
                <a:uFillTx/>
                <a:latin typeface="Calibri"/>
              </a:rPr>
              <a:t>se</a:t>
            </a:r>
            <a:r>
              <a:rPr lang="en-US" sz="2200" b="0" u="none" strike="noStrike" spc="-40">
                <a:solidFill>
                  <a:srgbClr val="2A2A2A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65">
                <a:solidFill>
                  <a:srgbClr val="2F2F2F"/>
                </a:solidFill>
                <a:effectLst/>
                <a:uFillTx/>
                <a:latin typeface="Calibri"/>
              </a:rPr>
              <a:t>implementó</a:t>
            </a:r>
            <a:r>
              <a:rPr lang="en-US" sz="2200" b="0" u="none" strike="noStrike" spc="74">
                <a:solidFill>
                  <a:srgbClr val="2F2F2F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383838"/>
                </a:solidFill>
                <a:effectLst/>
                <a:uFillTx/>
                <a:latin typeface="Calibri"/>
              </a:rPr>
              <a:t>un</a:t>
            </a:r>
            <a:r>
              <a:rPr lang="en-US" sz="2200" b="0" u="none" strike="noStrike" spc="-79">
                <a:solidFill>
                  <a:srgbClr val="383838"/>
                </a:solidFill>
                <a:effectLst/>
                <a:uFillTx/>
                <a:latin typeface="Calibri"/>
              </a:rPr>
              <a:t> </a:t>
            </a:r>
            <a:r>
              <a:rPr lang="en-US" sz="2200" b="1" u="none" strike="noStrike" spc="-20">
                <a:solidFill>
                  <a:srgbClr val="3D3D3D"/>
                </a:solidFill>
                <a:effectLst/>
                <a:uFillTx/>
                <a:latin typeface="Calibri"/>
              </a:rPr>
              <a:t>Buffer</a:t>
            </a:r>
            <a:r>
              <a:rPr lang="en-US" sz="2200" b="1" u="none" strike="noStrike">
                <a:solidFill>
                  <a:srgbClr val="3D3D3D"/>
                </a:solidFill>
                <a:effectLst/>
                <a:uFillTx/>
                <a:latin typeface="Calibri"/>
              </a:rPr>
              <a:t> </a:t>
            </a:r>
            <a:r>
              <a:rPr lang="en-US" sz="2200" b="1" u="none" strike="noStrike">
                <a:solidFill>
                  <a:srgbClr val="363636"/>
                </a:solidFill>
                <a:effectLst/>
                <a:uFillTx/>
                <a:latin typeface="Calibri"/>
              </a:rPr>
              <a:t>Circular</a:t>
            </a:r>
            <a:r>
              <a:rPr lang="en-US" sz="2200" b="1" u="none" strike="noStrike" spc="-26">
                <a:solidFill>
                  <a:srgbClr val="363636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11">
                <a:solidFill>
                  <a:srgbClr val="2F2F2F"/>
                </a:solidFill>
                <a:effectLst/>
                <a:uFillTx/>
                <a:latin typeface="Calibri"/>
              </a:rPr>
              <a:t>FIFO.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object 4"/>
          <p:cNvSpPr/>
          <p:nvPr/>
        </p:nvSpPr>
        <p:spPr>
          <a:xfrm>
            <a:off x="1236240" y="5704920"/>
            <a:ext cx="9295560" cy="109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0160" rIns="0" bIns="0" anchor="t">
            <a:spAutoFit/>
          </a:bodyPr>
          <a:lstStyle/>
          <a:p>
            <a:pPr marL="15120" indent="-3240">
              <a:lnSpc>
                <a:spcPct val="105000"/>
              </a:lnSpc>
              <a:spcBef>
                <a:spcPts val="159"/>
              </a:spcBef>
              <a:tabLst>
                <a:tab pos="0" algn="l"/>
              </a:tabLst>
            </a:pPr>
            <a:r>
              <a:rPr lang="en-US" sz="2200" b="0" u="none" strike="noStrike">
                <a:solidFill>
                  <a:srgbClr val="383838"/>
                </a:solidFill>
                <a:effectLst/>
                <a:uFillTx/>
                <a:latin typeface="Calibri"/>
              </a:rPr>
              <a:t>Este </a:t>
            </a:r>
            <a:r>
              <a:rPr lang="en-US" sz="2200" b="0" u="none" strike="noStrike" spc="-26">
                <a:solidFill>
                  <a:srgbClr val="363636"/>
                </a:solidFill>
                <a:effectLst/>
                <a:uFillTx/>
                <a:latin typeface="Calibri"/>
              </a:rPr>
              <a:t>almacena</a:t>
            </a:r>
            <a:r>
              <a:rPr lang="en-US" sz="2200" b="0" u="none" strike="noStrike" spc="-20">
                <a:solidFill>
                  <a:srgbClr val="363636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2F2F2F"/>
                </a:solidFill>
                <a:effectLst/>
                <a:uFillTx/>
                <a:latin typeface="Calibri"/>
              </a:rPr>
              <a:t>de</a:t>
            </a:r>
            <a:r>
              <a:rPr lang="en-US" sz="2200" b="0" u="none" strike="noStrike" spc="6">
                <a:solidFill>
                  <a:srgbClr val="2F2F2F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54">
                <a:solidFill>
                  <a:srgbClr val="3F3F3F"/>
                </a:solidFill>
                <a:effectLst/>
                <a:uFillTx/>
                <a:latin typeface="Calibri"/>
              </a:rPr>
              <a:t>manera</a:t>
            </a:r>
            <a:r>
              <a:rPr lang="en-US" sz="2200" b="0" u="none" strike="noStrike" spc="-40">
                <a:solidFill>
                  <a:srgbClr val="3F3F3F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2D2D2D"/>
                </a:solidFill>
                <a:effectLst/>
                <a:uFillTx/>
                <a:latin typeface="Calibri"/>
              </a:rPr>
              <a:t>secuencial</a:t>
            </a:r>
            <a:r>
              <a:rPr lang="en-US" sz="2200" b="0" u="none" strike="noStrike" spc="85">
                <a:solidFill>
                  <a:srgbClr val="2D2D2D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3A3A3A"/>
                </a:solidFill>
                <a:effectLst/>
                <a:uFillTx/>
                <a:latin typeface="Calibri"/>
              </a:rPr>
              <a:t>los</a:t>
            </a:r>
            <a:r>
              <a:rPr lang="en-US" sz="2200" b="0" u="none" strike="noStrike" spc="-71">
                <a:solidFill>
                  <a:srgbClr val="3A3A3A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2D2D2D"/>
                </a:solidFill>
                <a:effectLst/>
                <a:uFillTx/>
                <a:latin typeface="Calibri"/>
              </a:rPr>
              <a:t>registros</a:t>
            </a:r>
            <a:r>
              <a:rPr lang="en-US" sz="2200" b="0" u="none" strike="noStrike" spc="54">
                <a:solidFill>
                  <a:srgbClr val="2D2D2D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40">
                <a:solidFill>
                  <a:srgbClr val="313131"/>
                </a:solidFill>
                <a:effectLst/>
                <a:uFillTx/>
                <a:latin typeface="Calibri"/>
              </a:rPr>
              <a:t>temporales</a:t>
            </a:r>
            <a:r>
              <a:rPr lang="en-US" sz="2200" b="0" u="none" strike="noStrike" spc="125">
                <a:solidFill>
                  <a:srgbClr val="313131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11">
                <a:solidFill>
                  <a:srgbClr val="2F2F2F"/>
                </a:solidFill>
                <a:effectLst/>
                <a:uFillTx/>
                <a:latin typeface="Calibri"/>
              </a:rPr>
              <a:t>antes</a:t>
            </a:r>
            <a:r>
              <a:rPr lang="en-US" sz="2200" b="0" u="none" strike="noStrike" spc="6">
                <a:solidFill>
                  <a:srgbClr val="2F2F2F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</a:t>
            </a:r>
            <a:r>
              <a:rPr lang="en-US" sz="2200" b="0" u="none" strike="noStrike" spc="20">
                <a:solidFill>
                  <a:srgbClr val="333333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26">
                <a:solidFill>
                  <a:srgbClr val="343434"/>
                </a:solidFill>
                <a:effectLst/>
                <a:uFillTx/>
                <a:latin typeface="Calibri"/>
              </a:rPr>
              <a:t>ser </a:t>
            </a:r>
            <a:r>
              <a:rPr lang="en-US" sz="2200" b="0" u="none" strike="noStrike">
                <a:solidFill>
                  <a:srgbClr val="2F2F2F"/>
                </a:solidFill>
                <a:effectLst/>
                <a:uFillTx/>
                <a:latin typeface="Calibri"/>
              </a:rPr>
              <a:t>evacuados</a:t>
            </a:r>
            <a:r>
              <a:rPr lang="en-US" sz="2200" b="0" u="none" strike="noStrike" spc="-31">
                <a:solidFill>
                  <a:srgbClr val="2F2F2F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11">
                <a:solidFill>
                  <a:srgbClr val="333333"/>
                </a:solidFill>
                <a:effectLst/>
                <a:uFillTx/>
                <a:latin typeface="Calibri"/>
              </a:rPr>
              <a:t>por</a:t>
            </a:r>
            <a:r>
              <a:rPr lang="en-US" sz="2200" b="0" u="none" strike="noStrike" spc="-26">
                <a:solidFill>
                  <a:srgbClr val="333333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313131"/>
                </a:solidFill>
                <a:effectLst/>
                <a:uFillTx/>
                <a:latin typeface="Calibri"/>
              </a:rPr>
              <a:t>el</a:t>
            </a:r>
            <a:r>
              <a:rPr lang="en-US" sz="2200" b="0" u="none" strike="noStrike" spc="-54">
                <a:solidFill>
                  <a:srgbClr val="313131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74">
                <a:solidFill>
                  <a:srgbClr val="333333"/>
                </a:solidFill>
                <a:effectLst/>
                <a:uFillTx/>
                <a:latin typeface="Calibri"/>
              </a:rPr>
              <a:t>monitor</a:t>
            </a:r>
            <a:r>
              <a:rPr lang="en-US" sz="2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313131"/>
                </a:solidFill>
                <a:effectLst/>
                <a:uFillTx/>
                <a:latin typeface="Calibri"/>
              </a:rPr>
              <a:t>UART.</a:t>
            </a:r>
            <a:r>
              <a:rPr lang="en-US" sz="2200" b="0" u="none" strike="noStrike" spc="-60">
                <a:solidFill>
                  <a:srgbClr val="313131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51">
                <a:solidFill>
                  <a:srgbClr val="313131"/>
                </a:solidFill>
                <a:effectLst/>
                <a:uFillTx/>
                <a:latin typeface="Calibri"/>
              </a:rPr>
              <a:t>Las</a:t>
            </a:r>
            <a:r>
              <a:rPr lang="en-US" sz="2200" b="0" u="none" strike="noStrike" spc="-96">
                <a:solidFill>
                  <a:srgbClr val="313131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313131"/>
                </a:solidFill>
                <a:effectLst/>
                <a:uFillTx/>
                <a:latin typeface="Calibri"/>
              </a:rPr>
              <a:t>cadenas</a:t>
            </a:r>
            <a:r>
              <a:rPr lang="en-US" sz="2200" b="0" u="none" strike="noStrike" spc="-11">
                <a:solidFill>
                  <a:srgbClr val="313131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2D2D2D"/>
                </a:solidFill>
                <a:effectLst/>
                <a:uFillTx/>
                <a:latin typeface="Calibri"/>
              </a:rPr>
              <a:t>de</a:t>
            </a:r>
            <a:r>
              <a:rPr lang="en-US" sz="2200" b="0" u="none" strike="noStrike" spc="-45">
                <a:solidFill>
                  <a:srgbClr val="2D2D2D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40">
                <a:solidFill>
                  <a:srgbClr val="313131"/>
                </a:solidFill>
                <a:effectLst/>
                <a:uFillTx/>
                <a:latin typeface="Calibri"/>
              </a:rPr>
              <a:t>texto</a:t>
            </a:r>
            <a:r>
              <a:rPr lang="en-US" sz="2200" b="0" u="none" strike="noStrike" spc="-51">
                <a:solidFill>
                  <a:srgbClr val="313131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estáticas</a:t>
            </a:r>
            <a:r>
              <a:rPr lang="en-US" sz="2200" b="0" u="none" strike="noStrike" spc="99">
                <a:solidFill>
                  <a:srgbClr val="282828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343434"/>
                </a:solidFill>
                <a:effectLst/>
                <a:uFillTx/>
                <a:latin typeface="Calibri"/>
              </a:rPr>
              <a:t>se</a:t>
            </a:r>
            <a:r>
              <a:rPr lang="en-US" sz="2200" b="0" u="none" strike="noStrike" spc="-71">
                <a:solidFill>
                  <a:srgbClr val="343434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direccionan</a:t>
            </a:r>
            <a:r>
              <a:rPr lang="en-US" sz="2200" b="0" u="none" strike="noStrike" spc="65">
                <a:solidFill>
                  <a:srgbClr val="333333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71">
                <a:solidFill>
                  <a:srgbClr val="333333"/>
                </a:solidFill>
                <a:effectLst/>
                <a:uFillTx/>
                <a:latin typeface="Calibri"/>
              </a:rPr>
              <a:t>a</a:t>
            </a:r>
            <a:r>
              <a:rPr lang="en-US" sz="2200" b="0" u="none" strike="noStrike" spc="-150">
                <a:solidFill>
                  <a:srgbClr val="333333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26">
                <a:solidFill>
                  <a:srgbClr val="333333"/>
                </a:solidFill>
                <a:effectLst/>
                <a:uFillTx/>
                <a:latin typeface="Calibri"/>
              </a:rPr>
              <a:t>la </a:t>
            </a:r>
            <a:r>
              <a:rPr lang="en-US" sz="2200" b="0" u="none" strike="noStrike" spc="-71">
                <a:solidFill>
                  <a:srgbClr val="383838"/>
                </a:solidFill>
                <a:effectLst/>
                <a:uFillTx/>
                <a:latin typeface="Calibri"/>
              </a:rPr>
              <a:t>memoria</a:t>
            </a:r>
            <a:r>
              <a:rPr lang="en-US" sz="2200" b="0" u="none" strike="noStrike" spc="-45">
                <a:solidFill>
                  <a:srgbClr val="383838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2A2A2A"/>
                </a:solidFill>
                <a:effectLst/>
                <a:uFillTx/>
                <a:latin typeface="Calibri"/>
              </a:rPr>
              <a:t>Flash </a:t>
            </a:r>
            <a:r>
              <a:rPr lang="en-US" sz="2200" b="0" u="none" strike="noStrike" spc="-60">
                <a:solidFill>
                  <a:srgbClr val="343434"/>
                </a:solidFill>
                <a:effectLst/>
                <a:uFillTx/>
                <a:latin typeface="Calibri"/>
              </a:rPr>
              <a:t>mediante</a:t>
            </a:r>
            <a:r>
              <a:rPr lang="en-US" sz="2200" b="0" u="none" strike="noStrike" spc="139">
                <a:solidFill>
                  <a:srgbClr val="343434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383838"/>
                </a:solidFill>
                <a:effectLst/>
                <a:uFillTx/>
                <a:latin typeface="Calibri"/>
              </a:rPr>
              <a:t>la</a:t>
            </a:r>
            <a:r>
              <a:rPr lang="en-US" sz="2200" b="0" u="none" strike="noStrike" spc="-136">
                <a:solidFill>
                  <a:srgbClr val="383838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11">
                <a:solidFill>
                  <a:srgbClr val="2D2D2D"/>
                </a:solidFill>
                <a:effectLst/>
                <a:uFillTx/>
                <a:latin typeface="Calibri"/>
              </a:rPr>
              <a:t>directiva</a:t>
            </a:r>
            <a:r>
              <a:rPr lang="en-US" sz="2200" b="0" u="none" strike="noStrike" spc="-6">
                <a:solidFill>
                  <a:srgbClr val="2D2D2D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360">
                <a:solidFill>
                  <a:srgbClr val="1A1A1A"/>
                </a:solidFill>
                <a:effectLst/>
                <a:uFillTx/>
                <a:latin typeface="Calibri"/>
              </a:rPr>
              <a:t>PR0GME8.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object 5"/>
          <p:cNvSpPr/>
          <p:nvPr/>
        </p:nvSpPr>
        <p:spPr>
          <a:xfrm>
            <a:off x="1236240" y="7004880"/>
            <a:ext cx="890676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" rIns="0" bIns="0" anchor="t">
            <a:spAutoFit/>
          </a:bodyPr>
          <a:lstStyle/>
          <a:p>
            <a:pPr marL="15840" indent="-3960">
              <a:lnSpc>
                <a:spcPct val="103000"/>
              </a:lnSpc>
              <a:spcBef>
                <a:spcPts val="6"/>
              </a:spcBef>
              <a:tabLst>
                <a:tab pos="0" algn="l"/>
              </a:tabLst>
            </a:pPr>
            <a:r>
              <a:rPr lang="en-US" sz="2200" b="0" u="none" strike="noStrike" spc="65">
                <a:solidFill>
                  <a:srgbClr val="2F2F2F"/>
                </a:solidFill>
                <a:effectLst/>
                <a:uFillTx/>
                <a:latin typeface="Calibri"/>
              </a:rPr>
              <a:t>La</a:t>
            </a:r>
            <a:r>
              <a:rPr lang="en-US" sz="2200" b="0" u="none" strike="noStrike" spc="-130">
                <a:solidFill>
                  <a:srgbClr val="2F2F2F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20">
                <a:solidFill>
                  <a:srgbClr val="333333"/>
                </a:solidFill>
                <a:effectLst/>
                <a:uFillTx/>
                <a:latin typeface="Calibri"/>
              </a:rPr>
              <a:t>evaluación</a:t>
            </a:r>
            <a:r>
              <a:rPr lang="en-US" sz="2200" b="0" u="none" strike="noStrike" spc="6">
                <a:solidFill>
                  <a:srgbClr val="333333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20">
                <a:solidFill>
                  <a:srgbClr val="333333"/>
                </a:solidFill>
                <a:effectLst/>
                <a:uFillTx/>
                <a:latin typeface="Calibri"/>
              </a:rPr>
              <a:t>continua</a:t>
            </a:r>
            <a:r>
              <a:rPr lang="en-US" sz="2200" b="0" u="none" strike="noStrike" spc="-74">
                <a:solidFill>
                  <a:srgbClr val="333333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343434"/>
                </a:solidFill>
                <a:effectLst/>
                <a:uFillTx/>
                <a:latin typeface="Calibri"/>
              </a:rPr>
              <a:t>de</a:t>
            </a:r>
            <a:r>
              <a:rPr lang="en-US" sz="2200" b="0" u="none" strike="noStrike" spc="-45">
                <a:solidFill>
                  <a:srgbClr val="343434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2A2A2A"/>
                </a:solidFill>
                <a:effectLst/>
                <a:uFillTx/>
                <a:latin typeface="Calibri"/>
              </a:rPr>
              <a:t>las</a:t>
            </a:r>
            <a:r>
              <a:rPr lang="en-US" sz="2200" b="0" u="none" strike="noStrike" spc="-99">
                <a:solidFill>
                  <a:srgbClr val="2A2A2A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11">
                <a:solidFill>
                  <a:srgbClr val="2B2B2B"/>
                </a:solidFill>
                <a:effectLst/>
                <a:uFillTx/>
                <a:latin typeface="Calibri"/>
              </a:rPr>
              <a:t>métricas</a:t>
            </a:r>
            <a:r>
              <a:rPr lang="en-US" sz="2200" b="0" u="none" strike="noStrike" spc="96">
                <a:solidFill>
                  <a:srgbClr val="2B2B2B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26">
                <a:solidFill>
                  <a:srgbClr val="2D2D2D"/>
                </a:solidFill>
                <a:effectLst/>
                <a:uFillTx/>
                <a:latin typeface="Calibri"/>
              </a:rPr>
              <a:t>garantiza</a:t>
            </a:r>
            <a:r>
              <a:rPr lang="en-US" sz="2200" b="0" u="none" strike="noStrike" spc="-40">
                <a:solidFill>
                  <a:srgbClr val="2D2D2D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363636"/>
                </a:solidFill>
                <a:effectLst/>
                <a:uFillTx/>
                <a:latin typeface="Calibri"/>
              </a:rPr>
              <a:t>que</a:t>
            </a:r>
            <a:r>
              <a:rPr lang="en-US" sz="2200" b="0" u="none" strike="noStrike" spc="-26">
                <a:solidFill>
                  <a:srgbClr val="363636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el </a:t>
            </a:r>
            <a:r>
              <a:rPr lang="en-US" sz="2200" b="0" u="none" strike="noStrike" spc="-20">
                <a:solidFill>
                  <a:srgbClr val="2F2F2F"/>
                </a:solidFill>
                <a:effectLst/>
                <a:uFillTx/>
                <a:latin typeface="Calibri"/>
              </a:rPr>
              <a:t>sistema</a:t>
            </a:r>
            <a:r>
              <a:rPr lang="en-US" sz="2200" b="0" u="none" strike="noStrike" spc="-51">
                <a:solidFill>
                  <a:srgbClr val="2F2F2F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11">
                <a:solidFill>
                  <a:srgbClr val="313131"/>
                </a:solidFill>
                <a:effectLst/>
                <a:uFillTx/>
                <a:latin typeface="Calibri"/>
              </a:rPr>
              <a:t>permanezca</a:t>
            </a:r>
            <a:r>
              <a:rPr lang="en-US" sz="2200" b="0" u="none" strike="noStrike" spc="14">
                <a:solidFill>
                  <a:srgbClr val="313131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26">
                <a:solidFill>
                  <a:srgbClr val="333333"/>
                </a:solidFill>
                <a:effectLst/>
                <a:uFillTx/>
                <a:latin typeface="Calibri"/>
              </a:rPr>
              <a:t>en </a:t>
            </a:r>
            <a:r>
              <a:rPr lang="en-US" sz="22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condiciones</a:t>
            </a:r>
            <a:r>
              <a:rPr lang="en-US" sz="2200" b="0" u="none" strike="noStrike" spc="26">
                <a:solidFill>
                  <a:srgbClr val="282828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estables</a:t>
            </a:r>
            <a:r>
              <a:rPr lang="en-US" sz="2200" b="0" u="none" strike="noStrike" spc="26">
                <a:solidFill>
                  <a:srgbClr val="282828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>
                <a:solidFill>
                  <a:srgbClr val="383838"/>
                </a:solidFill>
                <a:effectLst/>
                <a:uFillTx/>
                <a:latin typeface="Calibri"/>
              </a:rPr>
              <a:t>en</a:t>
            </a:r>
            <a:r>
              <a:rPr lang="en-US" sz="2200" b="0" u="none" strike="noStrike" spc="-96">
                <a:solidFill>
                  <a:srgbClr val="383838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26">
                <a:solidFill>
                  <a:srgbClr val="343434"/>
                </a:solidFill>
                <a:effectLst/>
                <a:uFillTx/>
                <a:latin typeface="Calibri"/>
              </a:rPr>
              <a:t>entornos</a:t>
            </a:r>
            <a:r>
              <a:rPr lang="en-US" sz="2200" b="0" u="none" strike="noStrike" spc="45">
                <a:solidFill>
                  <a:srgbClr val="343434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20">
                <a:solidFill>
                  <a:srgbClr val="282828"/>
                </a:solidFill>
                <a:effectLst/>
                <a:uFillTx/>
                <a:latin typeface="Calibri"/>
              </a:rPr>
              <a:t>industriales</a:t>
            </a:r>
            <a:r>
              <a:rPr lang="en-US" sz="2200" b="0" u="none" strike="noStrike" spc="65">
                <a:solidFill>
                  <a:srgbClr val="282828"/>
                </a:solidFill>
                <a:effectLst/>
                <a:uFillTx/>
                <a:latin typeface="Calibri"/>
              </a:rPr>
              <a:t> </a:t>
            </a:r>
            <a:r>
              <a:rPr lang="en-US" sz="2200" b="0" u="none" strike="noStrike" spc="-11">
                <a:solidFill>
                  <a:srgbClr val="313131"/>
                </a:solidFill>
                <a:effectLst/>
                <a:uFillTx/>
                <a:latin typeface="Calibri"/>
              </a:rPr>
              <a:t>hostiles.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object 6"/>
          <p:cNvSpPr/>
          <p:nvPr/>
        </p:nvSpPr>
        <p:spPr>
          <a:xfrm>
            <a:off x="11377440" y="4744440"/>
            <a:ext cx="1976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 spc="45">
                <a:solidFill>
                  <a:srgbClr val="073482"/>
                </a:solidFill>
                <a:effectLst/>
                <a:uFillTx/>
                <a:latin typeface="Calibri"/>
              </a:rPr>
              <a:t>Métrico</a:t>
            </a:r>
            <a:r>
              <a:rPr lang="en-US" sz="1900" b="0" u="none" strike="noStrike" spc="181">
                <a:solidFill>
                  <a:srgbClr val="073482"/>
                </a:solidFill>
                <a:effectLst/>
                <a:uFillTx/>
                <a:latin typeface="Calibri"/>
              </a:rPr>
              <a:t> </a:t>
            </a:r>
            <a:r>
              <a:rPr lang="en-US" sz="1900" b="0" u="none" strike="noStrike" spc="113">
                <a:solidFill>
                  <a:srgbClr val="002D64"/>
                </a:solidFill>
                <a:effectLst/>
                <a:uFillTx/>
                <a:latin typeface="Calibri"/>
              </a:rPr>
              <a:t>Eva</a:t>
            </a:r>
            <a:r>
              <a:rPr lang="en-US" sz="1900" b="0" u="none" strike="noStrike" spc="113">
                <a:solidFill>
                  <a:srgbClr val="0C3877"/>
                </a:solidFill>
                <a:effectLst/>
                <a:uFillTx/>
                <a:latin typeface="Calibri"/>
              </a:rPr>
              <a:t>luodo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object 7"/>
          <p:cNvSpPr/>
          <p:nvPr/>
        </p:nvSpPr>
        <p:spPr>
          <a:xfrm>
            <a:off x="11386440" y="5388840"/>
            <a:ext cx="179280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51">
                <a:solidFill>
                  <a:srgbClr val="2F2F2F"/>
                </a:solidFill>
                <a:effectLst/>
                <a:uFillTx/>
                <a:latin typeface="Calibri"/>
              </a:rPr>
              <a:t>Latencia</a:t>
            </a:r>
            <a:r>
              <a:rPr lang="en-US" sz="1800" b="0" u="none" strike="noStrike" spc="-71">
                <a:solidFill>
                  <a:srgbClr val="2F2F2F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 spc="71">
                <a:solidFill>
                  <a:srgbClr val="282828"/>
                </a:solidFill>
                <a:effectLst/>
                <a:uFillTx/>
                <a:latin typeface="Calibri"/>
              </a:rPr>
              <a:t>de</a:t>
            </a:r>
            <a:r>
              <a:rPr lang="en-US" sz="1800" b="0" u="none" strike="noStrike" spc="6">
                <a:solidFill>
                  <a:srgbClr val="282828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 spc="-11">
                <a:solidFill>
                  <a:srgbClr val="383838"/>
                </a:solidFill>
                <a:effectLst/>
                <a:uFillTx/>
                <a:latin typeface="Calibri"/>
              </a:rPr>
              <a:t>Alerta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object 8"/>
          <p:cNvSpPr/>
          <p:nvPr/>
        </p:nvSpPr>
        <p:spPr>
          <a:xfrm>
            <a:off x="11385360" y="5922360"/>
            <a:ext cx="2179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>
                <a:solidFill>
                  <a:srgbClr val="343434"/>
                </a:solidFill>
                <a:effectLst/>
                <a:uFillTx/>
                <a:latin typeface="Calibri"/>
              </a:rPr>
              <a:t>Precisión</a:t>
            </a:r>
            <a:r>
              <a:rPr lang="en-US" sz="1900" b="0" u="none" strike="noStrike" spc="34">
                <a:solidFill>
                  <a:srgbClr val="343434"/>
                </a:solidFill>
                <a:effectLst/>
                <a:uFillTx/>
                <a:latin typeface="Calibri"/>
              </a:rPr>
              <a:t> </a:t>
            </a:r>
            <a:r>
              <a:rPr lang="en-US" sz="1900" b="0" u="none" strike="noStrike">
                <a:solidFill>
                  <a:srgbClr val="2F2F2F"/>
                </a:solidFill>
                <a:effectLst/>
                <a:uFillTx/>
                <a:latin typeface="Calibri"/>
              </a:rPr>
              <a:t>de</a:t>
            </a:r>
            <a:r>
              <a:rPr lang="en-US" sz="1900" b="0" u="none" strike="noStrike" spc="-65">
                <a:solidFill>
                  <a:srgbClr val="2F2F2F"/>
                </a:solidFill>
                <a:effectLst/>
                <a:uFillTx/>
                <a:latin typeface="Calibri"/>
              </a:rPr>
              <a:t> </a:t>
            </a:r>
            <a:r>
              <a:rPr lang="en-US" sz="1900" b="0" u="none" strike="noStrike" spc="-11">
                <a:solidFill>
                  <a:srgbClr val="313131"/>
                </a:solidFill>
                <a:effectLst/>
                <a:uFillTx/>
                <a:latin typeface="Calibri"/>
              </a:rPr>
              <a:t>Medición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object 9"/>
          <p:cNvSpPr/>
          <p:nvPr/>
        </p:nvSpPr>
        <p:spPr>
          <a:xfrm>
            <a:off x="11396160" y="6488280"/>
            <a:ext cx="224388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>
                <a:solidFill>
                  <a:srgbClr val="3F3F3F"/>
                </a:solidFill>
                <a:effectLst/>
                <a:uFillTx/>
                <a:latin typeface="Calibri"/>
              </a:rPr>
              <a:t>Tiempo</a:t>
            </a:r>
            <a:r>
              <a:rPr lang="en-US" sz="1800" b="0" u="none" strike="noStrike" spc="176">
                <a:solidFill>
                  <a:srgbClr val="3F3F3F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596B82"/>
                </a:solidFill>
                <a:effectLst/>
                <a:uFillTx/>
                <a:latin typeface="Calibri"/>
              </a:rPr>
              <a:t>de</a:t>
            </a:r>
            <a:r>
              <a:rPr lang="en-US" sz="1800" b="0" u="none" strike="noStrike" spc="230">
                <a:solidFill>
                  <a:srgbClr val="596B82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 spc="-11">
                <a:solidFill>
                  <a:srgbClr val="282828"/>
                </a:solidFill>
                <a:effectLst/>
                <a:uFillTx/>
                <a:latin typeface="Calibri"/>
              </a:rPr>
              <a:t>Adquisición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object 10"/>
          <p:cNvSpPr/>
          <p:nvPr/>
        </p:nvSpPr>
        <p:spPr>
          <a:xfrm>
            <a:off x="11386800" y="7038000"/>
            <a:ext cx="218988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91">
                <a:solidFill>
                  <a:srgbClr val="3D3D3D"/>
                </a:solidFill>
                <a:effectLst/>
                <a:uFillTx/>
                <a:latin typeface="Calibri"/>
              </a:rPr>
              <a:t>Uso</a:t>
            </a:r>
            <a:r>
              <a:rPr lang="en-US" sz="1800" b="0" u="none" strike="noStrike" spc="34">
                <a:solidFill>
                  <a:srgbClr val="3D3D3D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2D2D2D"/>
                </a:solidFill>
                <a:effectLst/>
                <a:uFillTx/>
                <a:latin typeface="Calibri"/>
              </a:rPr>
              <a:t>de</a:t>
            </a:r>
            <a:r>
              <a:rPr lang="en-US" sz="1800" b="0" u="none" strike="noStrike" spc="74">
                <a:solidFill>
                  <a:srgbClr val="2D2D2D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3B3B3B"/>
                </a:solidFill>
                <a:effectLst/>
                <a:uFillTx/>
                <a:latin typeface="Calibri"/>
              </a:rPr>
              <a:t>Memoria</a:t>
            </a:r>
            <a:r>
              <a:rPr lang="en-US" sz="1800" b="0" u="none" strike="noStrike" spc="-54">
                <a:solidFill>
                  <a:srgbClr val="3B3B3B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 spc="45">
                <a:solidFill>
                  <a:srgbClr val="3D3D3D"/>
                </a:solidFill>
                <a:effectLst/>
                <a:uFillTx/>
                <a:latin typeface="Calibri"/>
              </a:rPr>
              <a:t>Flash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object 11"/>
          <p:cNvSpPr/>
          <p:nvPr/>
        </p:nvSpPr>
        <p:spPr>
          <a:xfrm>
            <a:off x="11397240" y="7587720"/>
            <a:ext cx="141696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60">
                <a:solidFill>
                  <a:srgbClr val="343434"/>
                </a:solidFill>
                <a:effectLst/>
                <a:uFillTx/>
                <a:latin typeface="Calibri"/>
              </a:rPr>
              <a:t>Jitter</a:t>
            </a:r>
            <a:r>
              <a:rPr lang="en-US" sz="1800" b="0" u="none" strike="noStrike" spc="40">
                <a:solidFill>
                  <a:srgbClr val="343434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rgbClr val="343434"/>
                </a:solidFill>
                <a:effectLst/>
                <a:uFillTx/>
                <a:latin typeface="Calibri"/>
              </a:rPr>
              <a:t>del</a:t>
            </a:r>
            <a:r>
              <a:rPr lang="en-US" sz="1800" b="0" u="none" strike="noStrike" spc="-45">
                <a:solidFill>
                  <a:srgbClr val="343434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 spc="-11">
                <a:solidFill>
                  <a:srgbClr val="2D2D2D"/>
                </a:solidFill>
                <a:effectLst/>
                <a:uFillTx/>
                <a:latin typeface="Calibri"/>
              </a:rPr>
              <a:t>Reloj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object 12"/>
          <p:cNvSpPr/>
          <p:nvPr/>
        </p:nvSpPr>
        <p:spPr>
          <a:xfrm>
            <a:off x="17120520" y="1148760"/>
            <a:ext cx="1549080" cy="28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8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25"/>
              </a:spcBef>
              <a:tabLst>
                <a:tab pos="452160" algn="l"/>
              </a:tabLst>
            </a:pPr>
            <a:r>
              <a:rPr lang="en-US" sz="1650" b="0" u="none" strike="noStrike" spc="-26">
                <a:solidFill>
                  <a:srgbClr val="00427C"/>
                </a:solidFill>
                <a:effectLst/>
                <a:uFillTx/>
                <a:latin typeface="Calibri"/>
              </a:rPr>
              <a:t>11.</a:t>
            </a:r>
            <a:r>
              <a:rPr lang="en-US" sz="1650" b="0" u="none" strike="noStrike">
                <a:solidFill>
                  <a:srgbClr val="00427C"/>
                </a:solidFill>
                <a:effectLst/>
                <a:uFillTx/>
                <a:latin typeface="Calibri"/>
              </a:rPr>
              <a:t>	</a:t>
            </a:r>
            <a:r>
              <a:rPr lang="en-US" sz="1650" b="0" u="none" strike="noStrike" spc="-31">
                <a:solidFill>
                  <a:srgbClr val="245E8C"/>
                </a:solidFill>
                <a:effectLst/>
                <a:uFillTx/>
                <a:latin typeface="Calibri"/>
              </a:rPr>
              <a:t>EVALUACIÓN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object 13"/>
          <p:cNvSpPr/>
          <p:nvPr/>
        </p:nvSpPr>
        <p:spPr>
          <a:xfrm>
            <a:off x="15768000" y="4744440"/>
            <a:ext cx="157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>
                <a:solidFill>
                  <a:srgbClr val="004F90"/>
                </a:solidFill>
                <a:effectLst/>
                <a:uFillTx/>
                <a:latin typeface="Calibri"/>
              </a:rPr>
              <a:t>Vo</a:t>
            </a:r>
            <a:r>
              <a:rPr lang="en-US" sz="1900" b="0" u="none" strike="noStrike" spc="-196">
                <a:solidFill>
                  <a:srgbClr val="004F90"/>
                </a:solidFill>
                <a:effectLst/>
                <a:uFillTx/>
                <a:latin typeface="Calibri"/>
              </a:rPr>
              <a:t> </a:t>
            </a:r>
            <a:r>
              <a:rPr lang="en-US" sz="1900" b="0" u="none" strike="noStrike">
                <a:solidFill>
                  <a:srgbClr val="084987"/>
                </a:solidFill>
                <a:effectLst/>
                <a:uFillTx/>
                <a:latin typeface="Calibri"/>
              </a:rPr>
              <a:t>lor</a:t>
            </a:r>
            <a:r>
              <a:rPr lang="en-US" sz="1900" b="0" u="none" strike="noStrike" spc="190">
                <a:solidFill>
                  <a:srgbClr val="084987"/>
                </a:solidFill>
                <a:effectLst/>
                <a:uFillTx/>
                <a:latin typeface="Calibri"/>
              </a:rPr>
              <a:t> </a:t>
            </a:r>
            <a:r>
              <a:rPr lang="en-US" sz="1900" b="0" u="none" strike="noStrike" spc="51">
                <a:solidFill>
                  <a:srgbClr val="003A75"/>
                </a:solidFill>
                <a:effectLst/>
                <a:uFillTx/>
                <a:latin typeface="Calibri"/>
              </a:rPr>
              <a:t>Objetivo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object 14"/>
          <p:cNvSpPr/>
          <p:nvPr/>
        </p:nvSpPr>
        <p:spPr>
          <a:xfrm>
            <a:off x="15779520" y="5372640"/>
            <a:ext cx="939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&lt;</a:t>
            </a:r>
            <a:r>
              <a:rPr lang="en-US" sz="1900" b="0" u="none" strike="noStrike" spc="170">
                <a:solidFill>
                  <a:srgbClr val="212121"/>
                </a:solidFill>
                <a:effectLst/>
                <a:uFillTx/>
                <a:latin typeface="Calibri"/>
              </a:rPr>
              <a:t> </a:t>
            </a:r>
            <a:r>
              <a:rPr lang="en-US" sz="1900" b="0" u="none" strike="noStrike">
                <a:solidFill>
                  <a:srgbClr val="414141"/>
                </a:solidFill>
                <a:effectLst/>
                <a:uFillTx/>
                <a:latin typeface="Calibri"/>
              </a:rPr>
              <a:t>500</a:t>
            </a:r>
            <a:r>
              <a:rPr lang="en-US" sz="1900" b="0" u="none" strike="noStrike" spc="85">
                <a:solidFill>
                  <a:srgbClr val="414141"/>
                </a:solidFill>
                <a:effectLst/>
                <a:uFillTx/>
                <a:latin typeface="Calibri"/>
              </a:rPr>
              <a:t> </a:t>
            </a:r>
            <a:r>
              <a:rPr lang="en-US" sz="1900" b="0" u="none" strike="noStrike" spc="-26">
                <a:solidFill>
                  <a:srgbClr val="8AA1C1"/>
                </a:solidFill>
                <a:effectLst/>
                <a:uFillTx/>
                <a:latin typeface="Calibri"/>
              </a:rPr>
              <a:t>ms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object 15"/>
          <p:cNvSpPr/>
          <p:nvPr/>
        </p:nvSpPr>
        <p:spPr>
          <a:xfrm>
            <a:off x="15779520" y="5922360"/>
            <a:ext cx="814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>
                <a:solidFill>
                  <a:srgbClr val="596079"/>
                </a:solidFill>
                <a:effectLst/>
                <a:uFillTx/>
                <a:latin typeface="Calibri"/>
              </a:rPr>
              <a:t>+</a:t>
            </a:r>
            <a:r>
              <a:rPr lang="en-US" sz="1900" b="0" u="none" strike="noStrike" spc="176">
                <a:solidFill>
                  <a:srgbClr val="596079"/>
                </a:solidFill>
                <a:effectLst/>
                <a:uFillTx/>
                <a:latin typeface="Calibri"/>
              </a:rPr>
              <a:t> </a:t>
            </a:r>
            <a:r>
              <a:rPr lang="en-US" sz="19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0.5</a:t>
            </a:r>
            <a:r>
              <a:rPr lang="en-US" sz="1900" b="0" u="none" strike="noStrike" spc="125">
                <a:solidFill>
                  <a:srgbClr val="282828"/>
                </a:solidFill>
                <a:effectLst/>
                <a:uFillTx/>
                <a:latin typeface="Calibri"/>
              </a:rPr>
              <a:t> </a:t>
            </a:r>
            <a:r>
              <a:rPr lang="en-US" sz="1900" b="0" u="none" strike="noStrike" spc="-26">
                <a:solidFill>
                  <a:srgbClr val="363636"/>
                </a:solidFill>
                <a:effectLst/>
                <a:uFillTx/>
                <a:latin typeface="Calibri"/>
              </a:rPr>
              <a:t>°C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object 16"/>
          <p:cNvSpPr/>
          <p:nvPr/>
        </p:nvSpPr>
        <p:spPr>
          <a:xfrm>
            <a:off x="15772680" y="6488280"/>
            <a:ext cx="53604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54">
                <a:solidFill>
                  <a:srgbClr val="2D2D2D"/>
                </a:solidFill>
                <a:effectLst/>
                <a:uFillTx/>
                <a:latin typeface="Consolas"/>
              </a:rPr>
              <a:t>&lt;</a:t>
            </a:r>
            <a:r>
              <a:rPr lang="en-US" sz="1800" b="0" u="none" strike="noStrike" spc="-439">
                <a:solidFill>
                  <a:srgbClr val="2D2D2D"/>
                </a:solidFill>
                <a:effectLst/>
                <a:uFillTx/>
                <a:latin typeface="Consolas"/>
              </a:rPr>
              <a:t> </a:t>
            </a:r>
            <a:r>
              <a:rPr lang="en-US" sz="1800" b="0" u="none" strike="noStrike" spc="-45">
                <a:solidFill>
                  <a:srgbClr val="383838"/>
                </a:solidFill>
                <a:effectLst/>
                <a:uFillTx/>
                <a:latin typeface="Consolas"/>
              </a:rPr>
              <a:t>2</a:t>
            </a:r>
            <a:r>
              <a:rPr lang="en-US" sz="1800" b="0" u="none" strike="noStrike" spc="-490">
                <a:solidFill>
                  <a:srgbClr val="383838"/>
                </a:solidFill>
                <a:effectLst/>
                <a:uFillTx/>
                <a:latin typeface="Consolas"/>
              </a:rPr>
              <a:t> </a:t>
            </a:r>
            <a:r>
              <a:rPr lang="en-US" sz="1800" b="0" u="none" strike="noStrike" spc="-51">
                <a:solidFill>
                  <a:srgbClr val="2F2F2F"/>
                </a:solidFill>
                <a:effectLst/>
                <a:uFillTx/>
                <a:latin typeface="Consolas"/>
              </a:rPr>
              <a:t>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object 17"/>
          <p:cNvSpPr/>
          <p:nvPr/>
        </p:nvSpPr>
        <p:spPr>
          <a:xfrm>
            <a:off x="15779520" y="7021800"/>
            <a:ext cx="653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>
                <a:solidFill>
                  <a:srgbClr val="343434"/>
                </a:solidFill>
                <a:effectLst/>
                <a:uFillTx/>
                <a:latin typeface="Calibri"/>
              </a:rPr>
              <a:t>&lt;</a:t>
            </a:r>
            <a:r>
              <a:rPr lang="en-US" sz="1900" b="0" u="none" strike="noStrike" spc="184">
                <a:solidFill>
                  <a:srgbClr val="343434"/>
                </a:solidFill>
                <a:effectLst/>
                <a:uFillTx/>
                <a:latin typeface="Calibri"/>
              </a:rPr>
              <a:t> </a:t>
            </a:r>
            <a:r>
              <a:rPr lang="en-US" sz="1900" b="0" u="none" strike="noStrike" spc="-26">
                <a:solidFill>
                  <a:srgbClr val="3F3F3F"/>
                </a:solidFill>
                <a:effectLst/>
                <a:uFillTx/>
                <a:latin typeface="Calibri"/>
              </a:rPr>
              <a:t>50%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object 18"/>
          <p:cNvSpPr/>
          <p:nvPr/>
        </p:nvSpPr>
        <p:spPr>
          <a:xfrm>
            <a:off x="15787440" y="7571520"/>
            <a:ext cx="680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19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</a:t>
            </a:r>
            <a:r>
              <a:rPr lang="en-US" sz="1900" b="0" u="none" strike="noStrike" spc="150">
                <a:solidFill>
                  <a:srgbClr val="333333"/>
                </a:solidFill>
                <a:effectLst/>
                <a:uFillTx/>
                <a:latin typeface="Calibri"/>
              </a:rPr>
              <a:t> </a:t>
            </a:r>
            <a:r>
              <a:rPr lang="en-US" sz="1900" b="0" u="none" strike="noStrike">
                <a:solidFill>
                  <a:srgbClr val="3D526B"/>
                </a:solidFill>
                <a:effectLst/>
                <a:uFillTx/>
                <a:latin typeface="Calibri"/>
              </a:rPr>
              <a:t>5</a:t>
            </a:r>
            <a:r>
              <a:rPr lang="en-US" sz="1900" b="0" u="none" strike="noStrike" spc="11">
                <a:solidFill>
                  <a:srgbClr val="3D526B"/>
                </a:solidFill>
                <a:effectLst/>
                <a:uFillTx/>
                <a:latin typeface="Calibri"/>
              </a:rPr>
              <a:t> </a:t>
            </a:r>
            <a:r>
              <a:rPr lang="en-US" sz="1900" b="0" u="none" strike="noStrike" spc="-34">
                <a:solidFill>
                  <a:srgbClr val="3B3B3B"/>
                </a:solidFill>
                <a:effectLst/>
                <a:uFillTx/>
                <a:latin typeface="Calibri"/>
              </a:rPr>
              <a:t>ms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1220400" y="857520"/>
            <a:ext cx="13772880" cy="771840"/>
          </a:xfrm>
          <a:prstGeom prst="rect">
            <a:avLst/>
          </a:prstGeom>
          <a:noFill/>
          <a:ln w="0">
            <a:noFill/>
          </a:ln>
        </p:spPr>
        <p:txBody>
          <a:bodyPr lIns="0" tIns="14760" rIns="0" bIns="0" anchor="t">
            <a:spAutoFit/>
          </a:bodyPr>
          <a:lstStyle/>
          <a:p>
            <a:pPr marL="25560" indent="0" algn="l">
              <a:lnSpc>
                <a:spcPct val="100000"/>
              </a:lnSpc>
              <a:spcBef>
                <a:spcPts val="113"/>
              </a:spcBef>
              <a:buNone/>
            </a:pPr>
            <a:r>
              <a:rPr lang="en-US" sz="4750" b="1" u="none" strike="noStrike">
                <a:solidFill>
                  <a:srgbClr val="083D70"/>
                </a:solidFill>
                <a:effectLst/>
                <a:uFillTx/>
                <a:latin typeface="Calibri"/>
              </a:rPr>
              <a:t>Simulador Wowki</a:t>
            </a:r>
            <a:endParaRPr lang="en-US" sz="47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04" name="Imagen 203"/>
          <p:cNvPicPr/>
          <p:nvPr/>
        </p:nvPicPr>
        <p:blipFill>
          <a:blip r:embed="rId2"/>
          <a:stretch/>
        </p:blipFill>
        <p:spPr>
          <a:xfrm>
            <a:off x="4800600" y="2743200"/>
            <a:ext cx="9115200" cy="69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object 2"/>
          <p:cNvPicPr/>
          <p:nvPr/>
        </p:nvPicPr>
        <p:blipFill>
          <a:blip r:embed="rId2"/>
          <a:stretch/>
        </p:blipFill>
        <p:spPr>
          <a:xfrm>
            <a:off x="11214360" y="4224960"/>
            <a:ext cx="7633080" cy="439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object 3"/>
          <p:cNvPicPr/>
          <p:nvPr/>
        </p:nvPicPr>
        <p:blipFill>
          <a:blip r:embed="rId3"/>
          <a:stretch/>
        </p:blipFill>
        <p:spPr>
          <a:xfrm>
            <a:off x="0" y="0"/>
            <a:ext cx="20103840" cy="12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7" name="object 4"/>
          <p:cNvPicPr/>
          <p:nvPr/>
        </p:nvPicPr>
        <p:blipFill>
          <a:blip r:embed="rId4"/>
          <a:stretch/>
        </p:blipFill>
        <p:spPr>
          <a:xfrm>
            <a:off x="1256400" y="7020720"/>
            <a:ext cx="78120" cy="98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1220400" y="857520"/>
            <a:ext cx="13772880" cy="771840"/>
          </a:xfrm>
          <a:prstGeom prst="rect">
            <a:avLst/>
          </a:prstGeom>
          <a:noFill/>
          <a:ln w="0">
            <a:noFill/>
          </a:ln>
        </p:spPr>
        <p:txBody>
          <a:bodyPr lIns="0" tIns="17280" rIns="0" bIns="0" anchor="t">
            <a:spAutoFit/>
          </a:bodyPr>
          <a:lstStyle/>
          <a:p>
            <a:pPr marL="2088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4600" b="0" u="none" strike="noStrike" spc="-34">
                <a:solidFill>
                  <a:srgbClr val="053D77"/>
                </a:solidFill>
                <a:effectLst/>
                <a:uFillTx/>
                <a:latin typeface="Arial MT"/>
              </a:rPr>
              <a:t>Resultados</a:t>
            </a:r>
            <a:r>
              <a:rPr lang="en-US" sz="4600" b="0" u="none" strike="noStrike" spc="-224">
                <a:solidFill>
                  <a:srgbClr val="053D77"/>
                </a:solidFill>
                <a:effectLst/>
                <a:uFillTx/>
                <a:latin typeface="Arial MT"/>
              </a:rPr>
              <a:t> </a:t>
            </a:r>
            <a:r>
              <a:rPr lang="en-US" sz="4600" b="0" u="none" strike="noStrike" spc="-20">
                <a:solidFill>
                  <a:srgbClr val="003B72"/>
                </a:solidFill>
                <a:effectLst/>
                <a:uFillTx/>
                <a:latin typeface="Arial MT"/>
              </a:rPr>
              <a:t>Obtenidos</a:t>
            </a:r>
            <a:r>
              <a:rPr lang="en-US" sz="4600" b="0" u="none" strike="noStrike" spc="-241">
                <a:solidFill>
                  <a:srgbClr val="003B72"/>
                </a:solidFill>
                <a:effectLst/>
                <a:uFillTx/>
                <a:latin typeface="Arial MT"/>
              </a:rPr>
              <a:t> </a:t>
            </a:r>
            <a:r>
              <a:rPr lang="en-US" sz="4600" b="0" u="none" strike="noStrike" spc="-11">
                <a:solidFill>
                  <a:srgbClr val="033F7C"/>
                </a:solidFill>
                <a:effectLst/>
                <a:uFillTx/>
                <a:latin typeface="Arial MT"/>
              </a:rPr>
              <a:t>en</a:t>
            </a:r>
            <a:r>
              <a:rPr lang="en-US" sz="4600" b="0" u="none" strike="noStrike" spc="-445">
                <a:solidFill>
                  <a:srgbClr val="033F7C"/>
                </a:solidFill>
                <a:effectLst/>
                <a:uFillTx/>
                <a:latin typeface="Arial MT"/>
              </a:rPr>
              <a:t> </a:t>
            </a:r>
            <a:r>
              <a:rPr lang="en-US" sz="4600" b="0" u="none" strike="noStrike" spc="139">
                <a:solidFill>
                  <a:srgbClr val="003F80"/>
                </a:solidFill>
                <a:effectLst/>
                <a:uFillTx/>
                <a:latin typeface="Arial MT"/>
              </a:rPr>
              <a:t>lo</a:t>
            </a:r>
            <a:r>
              <a:rPr lang="en-US" sz="4600" b="0" u="none" strike="noStrike" spc="-414">
                <a:solidFill>
                  <a:srgbClr val="003F80"/>
                </a:solidFill>
                <a:effectLst/>
                <a:uFillTx/>
                <a:latin typeface="Arial MT"/>
              </a:rPr>
              <a:t> </a:t>
            </a:r>
            <a:r>
              <a:rPr lang="en-US" sz="4600" b="0" u="none" strike="noStrike" spc="-11">
                <a:solidFill>
                  <a:srgbClr val="003F85"/>
                </a:solidFill>
                <a:effectLst/>
                <a:uFillTx/>
                <a:latin typeface="Arial MT"/>
              </a:rPr>
              <a:t>Demostración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9" name="object 6"/>
          <p:cNvSpPr/>
          <p:nvPr/>
        </p:nvSpPr>
        <p:spPr>
          <a:xfrm>
            <a:off x="1238040" y="4731120"/>
            <a:ext cx="9264960" cy="302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5120" indent="-3240">
              <a:lnSpc>
                <a:spcPct val="107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2200" b="0" u="none" strike="noStrike" spc="-136">
                <a:solidFill>
                  <a:srgbClr val="313131"/>
                </a:solidFill>
                <a:effectLst/>
                <a:uFillTx/>
                <a:latin typeface="Arial MT"/>
              </a:rPr>
              <a:t>Durante</a:t>
            </a:r>
            <a:r>
              <a:rPr lang="en-US" sz="2200" b="0" u="none" strike="noStrike" spc="91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6">
                <a:solidFill>
                  <a:srgbClr val="2F2F2F"/>
                </a:solidFill>
                <a:effectLst/>
                <a:uFillTx/>
                <a:latin typeface="Arial MT"/>
              </a:rPr>
              <a:t>la</a:t>
            </a:r>
            <a:r>
              <a:rPr lang="en-US" sz="2200" b="0" u="none" strike="noStrike" spc="-31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9">
                <a:solidFill>
                  <a:srgbClr val="282828"/>
                </a:solidFill>
                <a:effectLst/>
                <a:uFillTx/>
                <a:latin typeface="Arial MT"/>
              </a:rPr>
              <a:t>simulación</a:t>
            </a:r>
            <a:r>
              <a:rPr lang="en-US" sz="2200" b="0" u="none" strike="noStrike" spc="26">
                <a:solidFill>
                  <a:srgbClr val="28282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70">
                <a:solidFill>
                  <a:srgbClr val="363636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5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6">
                <a:solidFill>
                  <a:srgbClr val="3B3B3B"/>
                </a:solidFill>
                <a:effectLst/>
                <a:uFillTx/>
                <a:latin typeface="Arial MT"/>
              </a:rPr>
              <a:t>pruebas</a:t>
            </a:r>
            <a:r>
              <a:rPr lang="en-US" sz="2200" b="0" u="none" strike="noStrike" spc="14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>
                <a:solidFill>
                  <a:srgbClr val="3A3A3A"/>
                </a:solidFill>
                <a:effectLst/>
                <a:uFillTx/>
                <a:latin typeface="Arial MT"/>
              </a:rPr>
              <a:t>en</a:t>
            </a:r>
            <a:r>
              <a:rPr lang="en-US" sz="2200" b="0" u="none" strike="noStrike" spc="-105">
                <a:solidFill>
                  <a:srgbClr val="3A3A3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05">
                <a:solidFill>
                  <a:srgbClr val="313131"/>
                </a:solidFill>
                <a:effectLst/>
                <a:uFillTx/>
                <a:latin typeface="Arial MT"/>
              </a:rPr>
              <a:t>laboratorio,</a:t>
            </a:r>
            <a:r>
              <a:rPr lang="en-US" sz="2200" b="0" u="none" strike="noStrike" spc="51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1">
                <a:solidFill>
                  <a:srgbClr val="343434"/>
                </a:solidFill>
                <a:effectLst/>
                <a:uFillTx/>
                <a:latin typeface="Arial MT"/>
              </a:rPr>
              <a:t>el</a:t>
            </a:r>
            <a:r>
              <a:rPr lang="en-US" sz="2200" b="0" u="none" strike="noStrike" spc="-65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1">
                <a:solidFill>
                  <a:srgbClr val="262626"/>
                </a:solidFill>
                <a:effectLst/>
                <a:uFillTx/>
                <a:latin typeface="Arial MT"/>
              </a:rPr>
              <a:t>comportamiento</a:t>
            </a:r>
            <a:r>
              <a:rPr lang="en-US" sz="2200" b="0" u="none" strike="noStrike" spc="-79">
                <a:solidFill>
                  <a:srgbClr val="26262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3">
                <a:solidFill>
                  <a:srgbClr val="313131"/>
                </a:solidFill>
                <a:effectLst/>
                <a:uFillTx/>
                <a:latin typeface="Arial MT"/>
              </a:rPr>
              <a:t>del</a:t>
            </a:r>
            <a:r>
              <a:rPr lang="en-US" sz="2200" b="0" u="none" strike="noStrike" spc="-34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40">
                <a:solidFill>
                  <a:srgbClr val="3B3B3B"/>
                </a:solidFill>
                <a:effectLst/>
                <a:uFillTx/>
                <a:latin typeface="Arial MT"/>
              </a:rPr>
              <a:t>firmware </a:t>
            </a:r>
            <a:r>
              <a:rPr lang="en-US" sz="2200" b="0" u="none" strike="noStrike" spc="-20">
                <a:solidFill>
                  <a:srgbClr val="343434"/>
                </a:solidFill>
                <a:effectLst/>
                <a:uFillTx/>
                <a:latin typeface="Arial MT"/>
              </a:rPr>
              <a:t>fue</a:t>
            </a:r>
            <a:r>
              <a:rPr lang="en-US" sz="2200" b="0" u="none" strike="noStrike" spc="-136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71">
                <a:solidFill>
                  <a:srgbClr val="2B2B2B"/>
                </a:solidFill>
                <a:effectLst/>
                <a:uFillTx/>
                <a:latin typeface="Arial MT"/>
              </a:rPr>
              <a:t>verificado</a:t>
            </a:r>
            <a:r>
              <a:rPr lang="en-US" sz="2200" b="0" u="none" strike="noStrike" spc="-85">
                <a:solidFill>
                  <a:srgbClr val="2B2B2B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>
                <a:solidFill>
                  <a:srgbClr val="363636"/>
                </a:solidFill>
                <a:effectLst/>
                <a:uFillTx/>
                <a:latin typeface="Arial MT"/>
              </a:rPr>
              <a:t>operando</a:t>
            </a:r>
            <a:r>
              <a:rPr lang="en-US" sz="2200" b="0" u="none" strike="noStrike" spc="-11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45">
                <a:solidFill>
                  <a:srgbClr val="282828"/>
                </a:solidFill>
                <a:effectLst/>
                <a:uFillTx/>
                <a:latin typeface="Arial MT"/>
              </a:rPr>
              <a:t>bajo</a:t>
            </a:r>
            <a:r>
              <a:rPr lang="en-US" sz="2200" b="0" u="none" strike="noStrike" spc="-54">
                <a:solidFill>
                  <a:srgbClr val="28282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6">
                <a:solidFill>
                  <a:srgbClr val="2B2B2B"/>
                </a:solidFill>
                <a:effectLst/>
                <a:uFillTx/>
                <a:latin typeface="Arial MT"/>
              </a:rPr>
              <a:t>parámetros</a:t>
            </a:r>
            <a:r>
              <a:rPr lang="en-US" sz="2200" b="0" u="none" strike="noStrike" spc="20">
                <a:solidFill>
                  <a:srgbClr val="2B2B2B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>
                <a:solidFill>
                  <a:srgbClr val="2F2F2F"/>
                </a:solidFill>
                <a:effectLst/>
                <a:uFillTx/>
                <a:latin typeface="Arial MT"/>
              </a:rPr>
              <a:t>estándar</a:t>
            </a:r>
            <a:r>
              <a:rPr lang="en-US" sz="2200" b="0" u="none" strike="noStrike" spc="85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59">
                <a:solidFill>
                  <a:srgbClr val="3D3D3D"/>
                </a:solidFill>
                <a:effectLst/>
                <a:uFillTx/>
                <a:latin typeface="Arial MT"/>
              </a:rPr>
              <a:t>y</a:t>
            </a:r>
            <a:r>
              <a:rPr lang="en-US" sz="2200" b="0" u="none" strike="noStrike" spc="-136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">
                <a:solidFill>
                  <a:srgbClr val="212121"/>
                </a:solidFill>
                <a:effectLst/>
                <a:uFillTx/>
                <a:latin typeface="Arial MT"/>
              </a:rPr>
              <a:t>críticos.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40" indent="5040">
              <a:lnSpc>
                <a:spcPct val="105000"/>
              </a:lnSpc>
              <a:spcBef>
                <a:spcPts val="1426"/>
              </a:spcBef>
              <a:tabLst>
                <a:tab pos="0" algn="l"/>
              </a:tabLst>
            </a:pPr>
            <a:r>
              <a:rPr lang="en-US" sz="2200" b="0" u="none" strike="noStrike" spc="-249">
                <a:solidFill>
                  <a:srgbClr val="3D3D3D"/>
                </a:solidFill>
                <a:effectLst/>
                <a:uFillTx/>
                <a:latin typeface="Arial MT"/>
              </a:rPr>
              <a:t>Se</a:t>
            </a:r>
            <a:r>
              <a:rPr lang="en-US" sz="2200" b="0" u="none" strike="noStrike" spc="-40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71">
                <a:solidFill>
                  <a:srgbClr val="232323"/>
                </a:solidFill>
                <a:effectLst/>
                <a:uFillTx/>
                <a:latin typeface="Arial MT"/>
              </a:rPr>
              <a:t>confirmó</a:t>
            </a:r>
            <a:r>
              <a:rPr lang="en-US" sz="2200" b="0" u="none" strike="noStrike" spc="-6">
                <a:solidFill>
                  <a:srgbClr val="23232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>
                <a:solidFill>
                  <a:srgbClr val="424242"/>
                </a:solidFill>
                <a:effectLst/>
                <a:uFillTx/>
                <a:latin typeface="Arial MT"/>
              </a:rPr>
              <a:t>la</a:t>
            </a:r>
            <a:r>
              <a:rPr lang="en-US" sz="2200" b="0" u="none" strike="noStrike" spc="-105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79">
                <a:solidFill>
                  <a:srgbClr val="2F2F2F"/>
                </a:solidFill>
                <a:effectLst/>
                <a:uFillTx/>
                <a:latin typeface="Arial MT"/>
              </a:rPr>
              <a:t>precisión</a:t>
            </a:r>
            <a:r>
              <a:rPr lang="en-US" sz="2200" b="0" u="none" strike="noStrike" spc="14">
                <a:solidFill>
                  <a:srgbClr val="2F2F2F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>
                <a:solidFill>
                  <a:srgbClr val="363636"/>
                </a:solidFill>
                <a:effectLst/>
                <a:uFillTx/>
                <a:latin typeface="Arial MT"/>
              </a:rPr>
              <a:t>en</a:t>
            </a:r>
            <a:r>
              <a:rPr lang="en-US" sz="2200" b="0" u="none" strike="noStrike" spc="-105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>
                <a:solidFill>
                  <a:srgbClr val="343434"/>
                </a:solidFill>
                <a:effectLst/>
                <a:uFillTx/>
                <a:latin typeface="Arial MT"/>
              </a:rPr>
              <a:t>la</a:t>
            </a:r>
            <a:r>
              <a:rPr lang="en-US" sz="2200" b="0" u="none" strike="noStrike" spc="-111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3">
                <a:solidFill>
                  <a:srgbClr val="232323"/>
                </a:solidFill>
                <a:effectLst/>
                <a:uFillTx/>
                <a:latin typeface="Arial MT"/>
              </a:rPr>
              <a:t>conmutación</a:t>
            </a:r>
            <a:r>
              <a:rPr lang="en-US" sz="2200" b="0" u="none" strike="noStrike" spc="79">
                <a:solidFill>
                  <a:srgbClr val="23232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>
                <a:solidFill>
                  <a:srgbClr val="232323"/>
                </a:solidFill>
                <a:effectLst/>
                <a:uFillTx/>
                <a:latin typeface="Arial MT"/>
              </a:rPr>
              <a:t>automática</a:t>
            </a:r>
            <a:r>
              <a:rPr lang="en-US" sz="2200" b="0" u="none" strike="noStrike" spc="99">
                <a:solidFill>
                  <a:srgbClr val="23232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64">
                <a:solidFill>
                  <a:srgbClr val="333333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>
                <a:solidFill>
                  <a:srgbClr val="363636"/>
                </a:solidFill>
                <a:effectLst/>
                <a:uFillTx/>
                <a:latin typeface="Arial MT"/>
              </a:rPr>
              <a:t>la</a:t>
            </a:r>
            <a:r>
              <a:rPr lang="en-US" sz="2200" b="0" u="none" strike="noStrike" spc="-105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81">
                <a:solidFill>
                  <a:srgbClr val="363636"/>
                </a:solidFill>
                <a:effectLst/>
                <a:uFillTx/>
                <a:latin typeface="Arial MT"/>
              </a:rPr>
              <a:t>máquina</a:t>
            </a:r>
            <a:r>
              <a:rPr lang="en-US" sz="2200" b="0" u="none" strike="noStrike">
                <a:solidFill>
                  <a:srgbClr val="36363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64">
                <a:solidFill>
                  <a:srgbClr val="343434"/>
                </a:solidFill>
                <a:effectLst/>
                <a:uFillTx/>
                <a:latin typeface="Arial MT"/>
              </a:rPr>
              <a:t>de</a:t>
            </a:r>
            <a:r>
              <a:rPr lang="en-US" sz="2200" b="0" u="none" strike="noStrike" spc="-40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0">
                <a:solidFill>
                  <a:srgbClr val="282828"/>
                </a:solidFill>
                <a:effectLst/>
                <a:uFillTx/>
                <a:latin typeface="Arial MT"/>
              </a:rPr>
              <a:t>estados</a:t>
            </a:r>
            <a:r>
              <a:rPr lang="en-US" sz="2200" b="0" u="none" strike="noStrike" spc="20">
                <a:solidFill>
                  <a:srgbClr val="282828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51">
                <a:solidFill>
                  <a:srgbClr val="363636"/>
                </a:solidFill>
                <a:effectLst/>
                <a:uFillTx/>
                <a:latin typeface="Arial MT"/>
              </a:rPr>
              <a:t>y </a:t>
            </a:r>
            <a:r>
              <a:rPr lang="en-US" sz="2200" b="0" u="none" strike="noStrike" spc="-139">
                <a:solidFill>
                  <a:srgbClr val="343434"/>
                </a:solidFill>
                <a:effectLst/>
                <a:uFillTx/>
                <a:latin typeface="Arial MT"/>
              </a:rPr>
              <a:t>la</a:t>
            </a:r>
            <a:r>
              <a:rPr lang="en-US" sz="2200" b="0" u="none" strike="noStrike" spc="-99">
                <a:solidFill>
                  <a:srgbClr val="34343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99">
                <a:solidFill>
                  <a:srgbClr val="2A2A2A"/>
                </a:solidFill>
                <a:effectLst/>
                <a:uFillTx/>
                <a:latin typeface="Arial MT"/>
              </a:rPr>
              <a:t>actualización</a:t>
            </a:r>
            <a:r>
              <a:rPr lang="en-US" sz="2200" b="0" u="none" strike="noStrike" spc="-54">
                <a:solidFill>
                  <a:srgbClr val="2A2A2A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3">
                <a:solidFill>
                  <a:srgbClr val="333333"/>
                </a:solidFill>
                <a:effectLst/>
                <a:uFillTx/>
                <a:latin typeface="Arial MT"/>
              </a:rPr>
              <a:t>del</a:t>
            </a:r>
            <a:r>
              <a:rPr lang="en-US" sz="2200" b="0" u="none" strike="noStrike" spc="-40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>
                <a:solidFill>
                  <a:srgbClr val="1D1D1D"/>
                </a:solidFill>
                <a:effectLst/>
                <a:uFillTx/>
                <a:latin typeface="Arial MT"/>
              </a:rPr>
              <a:t>bus</a:t>
            </a:r>
            <a:r>
              <a:rPr lang="en-US" sz="2200" b="0" u="none" strike="noStrike" spc="-74">
                <a:solidFill>
                  <a:srgbClr val="1D1D1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9">
                <a:solidFill>
                  <a:srgbClr val="333333"/>
                </a:solidFill>
                <a:effectLst/>
                <a:uFillTx/>
                <a:latin typeface="Arial MT"/>
              </a:rPr>
              <a:t>del</a:t>
            </a:r>
            <a:r>
              <a:rPr lang="en-US" sz="2200" b="0" u="none" strike="noStrike" spc="-51">
                <a:solidFill>
                  <a:srgbClr val="333333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286">
                <a:solidFill>
                  <a:srgbClr val="313131"/>
                </a:solidFill>
                <a:effectLst/>
                <a:uFillTx/>
                <a:latin typeface="Arial MT"/>
              </a:rPr>
              <a:t>LCD</a:t>
            </a:r>
            <a:r>
              <a:rPr lang="en-US" sz="2200" b="0" u="none" strike="noStrike" spc="96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74">
                <a:solidFill>
                  <a:srgbClr val="313131"/>
                </a:solidFill>
                <a:effectLst/>
                <a:uFillTx/>
                <a:latin typeface="Arial MT"/>
              </a:rPr>
              <a:t>20x4 </a:t>
            </a:r>
            <a:r>
              <a:rPr lang="en-US" sz="2200" b="0" u="none" strike="noStrike" spc="-159">
                <a:solidFill>
                  <a:srgbClr val="313131"/>
                </a:solidFill>
                <a:effectLst/>
                <a:uFillTx/>
                <a:latin typeface="Arial MT"/>
              </a:rPr>
              <a:t>I2C</a:t>
            </a:r>
            <a:r>
              <a:rPr lang="en-US" sz="2200" b="0" u="none" strike="noStrike" spc="6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>
                <a:solidFill>
                  <a:srgbClr val="242424"/>
                </a:solidFill>
                <a:effectLst/>
                <a:uFillTx/>
                <a:latin typeface="Arial MT"/>
              </a:rPr>
              <a:t>sin</a:t>
            </a:r>
            <a:r>
              <a:rPr lang="en-US" sz="2200" b="0" u="none" strike="noStrike" spc="-91">
                <a:solidFill>
                  <a:srgbClr val="242424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39">
                <a:solidFill>
                  <a:srgbClr val="262626"/>
                </a:solidFill>
                <a:effectLst/>
                <a:uFillTx/>
                <a:latin typeface="Arial MT"/>
              </a:rPr>
              <a:t>parpadeos</a:t>
            </a:r>
            <a:r>
              <a:rPr lang="en-US" sz="2200" b="0" u="none" strike="noStrike" spc="170">
                <a:solidFill>
                  <a:srgbClr val="26262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25">
                <a:solidFill>
                  <a:srgbClr val="262626"/>
                </a:solidFill>
                <a:effectLst/>
                <a:uFillTx/>
                <a:latin typeface="Arial MT"/>
              </a:rPr>
              <a:t>visuales</a:t>
            </a:r>
            <a:r>
              <a:rPr lang="en-US" sz="2200" b="0" u="none" strike="noStrike" spc="6">
                <a:solidFill>
                  <a:srgbClr val="262626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71">
                <a:solidFill>
                  <a:srgbClr val="3D3D3D"/>
                </a:solidFill>
                <a:effectLst/>
                <a:uFillTx/>
                <a:latin typeface="Arial MT"/>
              </a:rPr>
              <a:t>ni</a:t>
            </a:r>
            <a:r>
              <a:rPr lang="en-US" sz="2200" b="0" u="none" strike="noStrike" spc="-111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2200" b="0" u="none" strike="noStrike" spc="-11">
                <a:solidFill>
                  <a:srgbClr val="282828"/>
                </a:solidFill>
                <a:effectLst/>
                <a:uFillTx/>
                <a:latin typeface="Arial MT"/>
              </a:rPr>
              <a:t>latencias </a:t>
            </a:r>
            <a:r>
              <a:rPr lang="en-US" sz="2200" b="0" u="none" strike="noStrike" spc="-71">
                <a:solidFill>
                  <a:srgbClr val="2F2F2F"/>
                </a:solidFill>
                <a:effectLst/>
                <a:uFillTx/>
                <a:latin typeface="Arial MT"/>
              </a:rPr>
              <a:t>acumulativas.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69"/>
              </a:spcBef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2800" indent="-5760">
              <a:lnSpc>
                <a:spcPct val="118000"/>
              </a:lnSpc>
              <a:tabLst>
                <a:tab pos="0" algn="l"/>
              </a:tabLst>
            </a:pPr>
            <a:r>
              <a:rPr lang="en-US" sz="1650" b="0" u="none" strike="noStrike" spc="-139">
                <a:solidFill>
                  <a:srgbClr val="1A6733"/>
                </a:solidFill>
                <a:effectLst/>
                <a:uFillTx/>
                <a:latin typeface="Arial MT"/>
              </a:rPr>
              <a:t>+•'</a:t>
            </a:r>
            <a:r>
              <a:rPr lang="en-US" sz="1650" b="0" u="none" strike="noStrike" spc="-51">
                <a:solidFill>
                  <a:srgbClr val="1A6733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>
                <a:solidFill>
                  <a:srgbClr val="186E44"/>
                </a:solidFill>
                <a:effectLst/>
                <a:uFillTx/>
                <a:latin typeface="Arial MT"/>
              </a:rPr>
              <a:t>Sistema</a:t>
            </a:r>
            <a:r>
              <a:rPr lang="en-US" sz="1650" b="0" u="none" strike="noStrike" spc="60">
                <a:solidFill>
                  <a:srgbClr val="186E44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>
                <a:solidFill>
                  <a:srgbClr val="246938"/>
                </a:solidFill>
                <a:effectLst/>
                <a:uFillTx/>
                <a:latin typeface="Arial MT"/>
              </a:rPr>
              <a:t>validado</a:t>
            </a:r>
            <a:r>
              <a:rPr lang="en-US" sz="1650" b="0" u="none" strike="noStrike" spc="159">
                <a:solidFill>
                  <a:srgbClr val="246938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>
                <a:solidFill>
                  <a:srgbClr val="4B796D"/>
                </a:solidFill>
                <a:effectLst/>
                <a:uFillTx/>
                <a:latin typeface="Arial MT"/>
              </a:rPr>
              <a:t>con</a:t>
            </a:r>
            <a:r>
              <a:rPr lang="en-US" sz="1650" b="0" u="none" strike="noStrike" spc="320">
                <a:solidFill>
                  <a:srgbClr val="4B796D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>
                <a:solidFill>
                  <a:srgbClr val="709A82"/>
                </a:solidFill>
                <a:effectLst/>
                <a:uFillTx/>
                <a:latin typeface="Arial MT"/>
              </a:rPr>
              <a:t>simulación</a:t>
            </a:r>
            <a:r>
              <a:rPr lang="en-US" sz="1650" b="0" u="none" strike="noStrike" spc="139">
                <a:solidFill>
                  <a:srgbClr val="709A82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60">
                <a:solidFill>
                  <a:srgbClr val="4B8979"/>
                </a:solidFill>
                <a:effectLst/>
                <a:uFillTx/>
                <a:latin typeface="Arial MT"/>
              </a:rPr>
              <a:t>de</a:t>
            </a:r>
            <a:r>
              <a:rPr lang="en-US" sz="1650" b="0" u="none" strike="noStrike" spc="-14">
                <a:solidFill>
                  <a:srgbClr val="4B8979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>
                <a:solidFill>
                  <a:srgbClr val="1A6756"/>
                </a:solidFill>
                <a:effectLst/>
                <a:uFillTx/>
                <a:latin typeface="Arial MT"/>
              </a:rPr>
              <a:t>falla</a:t>
            </a:r>
            <a:r>
              <a:rPr lang="en-US" sz="1650" b="0" u="none" strike="noStrike" spc="-85">
                <a:solidFill>
                  <a:srgbClr val="1A6756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65">
                <a:solidFill>
                  <a:srgbClr val="185B4B"/>
                </a:solidFill>
                <a:effectLst/>
                <a:uFillTx/>
                <a:latin typeface="Arial MT"/>
              </a:rPr>
              <a:t>térmica</a:t>
            </a:r>
            <a:r>
              <a:rPr lang="en-US" sz="1650" b="0" u="none" strike="noStrike" spc="31">
                <a:solidFill>
                  <a:srgbClr val="185B4B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51">
                <a:solidFill>
                  <a:srgbClr val="467C77"/>
                </a:solidFill>
                <a:effectLst/>
                <a:uFillTx/>
                <a:latin typeface="Arial MT"/>
              </a:rPr>
              <a:t>en </a:t>
            </a:r>
            <a:r>
              <a:rPr lang="en-US" sz="1650" b="0" u="none" strike="noStrike" spc="-11">
                <a:solidFill>
                  <a:srgbClr val="2D5E49"/>
                </a:solidFill>
                <a:effectLst/>
                <a:uFillTx/>
                <a:latin typeface="Arial MT"/>
              </a:rPr>
              <a:t>la</a:t>
            </a:r>
            <a:r>
              <a:rPr lang="en-US" sz="1650" b="0" u="none" strike="noStrike" spc="-34">
                <a:solidFill>
                  <a:srgbClr val="2D5E49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>
                <a:solidFill>
                  <a:srgbClr val="2F6931"/>
                </a:solidFill>
                <a:effectLst/>
                <a:uFillTx/>
                <a:latin typeface="Arial MT"/>
              </a:rPr>
              <a:t>Zona</a:t>
            </a:r>
            <a:r>
              <a:rPr lang="en-US" sz="1650" b="0" u="none" strike="noStrike" spc="-176">
                <a:solidFill>
                  <a:srgbClr val="2F6931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105">
                <a:solidFill>
                  <a:srgbClr val="1C5E42"/>
                </a:solidFill>
                <a:effectLst/>
                <a:uFillTx/>
                <a:latin typeface="Arial MT"/>
              </a:rPr>
              <a:t>1</a:t>
            </a:r>
            <a:r>
              <a:rPr lang="en-US" sz="1650" b="0" u="none" strike="noStrike" spc="-184">
                <a:solidFill>
                  <a:srgbClr val="1C5E42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>
                <a:solidFill>
                  <a:srgbClr val="69A589"/>
                </a:solidFill>
                <a:effectLst/>
                <a:uFillTx/>
                <a:latin typeface="Arial MT"/>
              </a:rPr>
              <a:t>(Congelación)</a:t>
            </a:r>
            <a:r>
              <a:rPr lang="en-US" sz="1650" b="0" u="none" strike="noStrike" spc="320">
                <a:solidFill>
                  <a:srgbClr val="69A589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65">
                <a:solidFill>
                  <a:srgbClr val="16603A"/>
                </a:solidFill>
                <a:effectLst/>
                <a:uFillTx/>
                <a:latin typeface="Arial MT"/>
              </a:rPr>
              <a:t>y</a:t>
            </a:r>
            <a:r>
              <a:rPr lang="en-US" sz="1650" b="0" u="none" strike="noStrike" spc="54">
                <a:solidFill>
                  <a:srgbClr val="16603A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71">
                <a:solidFill>
                  <a:srgbClr val="578569"/>
                </a:solidFill>
                <a:effectLst/>
                <a:uFillTx/>
                <a:latin typeface="Arial MT"/>
              </a:rPr>
              <a:t>detección </a:t>
            </a:r>
            <a:r>
              <a:rPr lang="en-US" sz="1650" b="0" u="none" strike="noStrike">
                <a:solidFill>
                  <a:srgbClr val="24665D"/>
                </a:solidFill>
                <a:effectLst/>
                <a:uFillTx/>
                <a:latin typeface="Arial MT"/>
              </a:rPr>
              <a:t>instantánea</a:t>
            </a:r>
            <a:r>
              <a:rPr lang="en-US" sz="1650" b="0" u="none" strike="noStrike" spc="261">
                <a:solidFill>
                  <a:srgbClr val="24665D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54">
                <a:solidFill>
                  <a:srgbClr val="16604D"/>
                </a:solidFill>
                <a:effectLst/>
                <a:uFillTx/>
                <a:latin typeface="Arial MT"/>
              </a:rPr>
              <a:t>del</a:t>
            </a:r>
            <a:r>
              <a:rPr lang="en-US" sz="1650" b="0" u="none" strike="noStrike" spc="20">
                <a:solidFill>
                  <a:srgbClr val="16604D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>
                <a:solidFill>
                  <a:srgbClr val="699070"/>
                </a:solidFill>
                <a:effectLst/>
                <a:uFillTx/>
                <a:latin typeface="Arial MT"/>
              </a:rPr>
              <a:t>sensor</a:t>
            </a:r>
            <a:r>
              <a:rPr lang="en-US" sz="1650" b="0" u="none" strike="noStrike" spc="210">
                <a:solidFill>
                  <a:srgbClr val="699070"/>
                </a:solidFill>
                <a:effectLst/>
                <a:uFillTx/>
                <a:latin typeface="Arial MT"/>
              </a:rPr>
              <a:t> </a:t>
            </a:r>
            <a:r>
              <a:rPr lang="en-US" sz="1650" b="0" u="none" strike="noStrike" spc="-20">
                <a:solidFill>
                  <a:srgbClr val="135D3F"/>
                </a:solidFill>
                <a:effectLst/>
                <a:uFillTx/>
                <a:latin typeface="Arial MT"/>
              </a:rPr>
              <a:t>PIR.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object 7"/>
          <p:cNvSpPr/>
          <p:nvPr/>
        </p:nvSpPr>
        <p:spPr>
          <a:xfrm>
            <a:off x="17454600" y="1148760"/>
            <a:ext cx="1222560" cy="28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8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US" sz="1650" b="0" u="none" strike="noStrike" spc="-11">
                <a:solidFill>
                  <a:srgbClr val="004185"/>
                </a:solidFill>
                <a:effectLst/>
                <a:uFillTx/>
                <a:latin typeface="Consolas"/>
              </a:rPr>
              <a:t>12.</a:t>
            </a:r>
            <a:r>
              <a:rPr lang="en-US" sz="1650" b="0" u="none" strike="noStrike" spc="-204">
                <a:solidFill>
                  <a:srgbClr val="004185"/>
                </a:solidFill>
                <a:effectLst/>
                <a:uFillTx/>
                <a:latin typeface="Consolas"/>
              </a:rPr>
              <a:t> </a:t>
            </a:r>
            <a:r>
              <a:rPr lang="en-US" sz="1650" b="0" u="none" strike="noStrike" spc="-54">
                <a:solidFill>
                  <a:srgbClr val="3F75AC"/>
                </a:solidFill>
                <a:effectLst/>
                <a:uFillTx/>
                <a:latin typeface="Consolas"/>
              </a:rPr>
              <a:t>PRUEBAS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object 2"/>
          <p:cNvSpPr/>
          <p:nvPr/>
        </p:nvSpPr>
        <p:spPr>
          <a:xfrm>
            <a:off x="1303560" y="4016880"/>
            <a:ext cx="8528400" cy="360"/>
          </a:xfrm>
          <a:custGeom>
            <a:avLst/>
            <a:gdLst>
              <a:gd name="textAreaLeft" fmla="*/ 0 w 8528400"/>
              <a:gd name="textAreaRight" fmla="*/ 8528760 w 85284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8528685">
                <a:moveTo>
                  <a:pt x="0" y="0"/>
                </a:moveTo>
                <a:lnTo>
                  <a:pt x="8528536" y="0"/>
                </a:lnTo>
              </a:path>
            </a:pathLst>
          </a:custGeom>
          <a:noFill/>
          <a:ln w="39265">
            <a:solidFill>
              <a:srgbClr val="033B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object 3"/>
          <p:cNvSpPr/>
          <p:nvPr/>
        </p:nvSpPr>
        <p:spPr>
          <a:xfrm>
            <a:off x="10334880" y="4008960"/>
            <a:ext cx="8520840" cy="360"/>
          </a:xfrm>
          <a:custGeom>
            <a:avLst/>
            <a:gdLst>
              <a:gd name="textAreaLeft" fmla="*/ 0 w 8520840"/>
              <a:gd name="textAreaRight" fmla="*/ 8521200 w 85208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8521065">
                <a:moveTo>
                  <a:pt x="0" y="0"/>
                </a:moveTo>
                <a:lnTo>
                  <a:pt x="8520683" y="0"/>
                </a:lnTo>
              </a:path>
            </a:pathLst>
          </a:custGeom>
          <a:noFill/>
          <a:ln w="39265">
            <a:solidFill>
              <a:srgbClr val="18B3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3" name="object 4"/>
          <p:cNvPicPr/>
          <p:nvPr/>
        </p:nvPicPr>
        <p:blipFill>
          <a:blip r:embed="rId2"/>
          <a:stretch/>
        </p:blipFill>
        <p:spPr>
          <a:xfrm>
            <a:off x="10617480" y="4460760"/>
            <a:ext cx="250920" cy="21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220400" y="857520"/>
            <a:ext cx="13772880" cy="771840"/>
          </a:xfrm>
          <a:prstGeom prst="rect">
            <a:avLst/>
          </a:prstGeom>
          <a:noFill/>
          <a:ln w="0">
            <a:noFill/>
          </a:ln>
        </p:spPr>
        <p:txBody>
          <a:bodyPr lIns="0" tIns="94680" rIns="0" bIns="0" anchor="t">
            <a:spAutoFit/>
          </a:bodyPr>
          <a:lstStyle/>
          <a:p>
            <a:pPr marL="2592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4250" b="1" u="none" strike="noStrike" spc="-40" dirty="0" err="1">
                <a:solidFill>
                  <a:srgbClr val="003879"/>
                </a:solidFill>
                <a:effectLst/>
                <a:uFillTx/>
                <a:latin typeface="Arial"/>
              </a:rPr>
              <a:t>Conclusiones</a:t>
            </a:r>
            <a:r>
              <a:rPr lang="en-US" sz="4250" b="1" u="none" strike="noStrike" spc="-224" dirty="0">
                <a:solidFill>
                  <a:srgbClr val="003879"/>
                </a:solidFill>
                <a:effectLst/>
                <a:uFillTx/>
                <a:latin typeface="Arial"/>
              </a:rPr>
              <a:t> </a:t>
            </a:r>
            <a:r>
              <a:rPr lang="en-US" sz="4250" b="1" u="none" strike="noStrike" dirty="0" err="1">
                <a:solidFill>
                  <a:srgbClr val="003F82"/>
                </a:solidFill>
                <a:effectLst/>
                <a:uFillTx/>
                <a:latin typeface="Arial"/>
              </a:rPr>
              <a:t>Generales</a:t>
            </a:r>
            <a:r>
              <a:rPr lang="en-US" sz="4250" b="1" u="none" strike="noStrike" spc="-204" dirty="0">
                <a:solidFill>
                  <a:srgbClr val="003F82"/>
                </a:solidFill>
                <a:effectLst/>
                <a:uFillTx/>
                <a:latin typeface="Arial"/>
              </a:rPr>
              <a:t> </a:t>
            </a:r>
            <a:r>
              <a:rPr lang="en-US" sz="4250" b="1" u="none" strike="noStrike" spc="164" dirty="0">
                <a:solidFill>
                  <a:srgbClr val="014487"/>
                </a:solidFill>
                <a:effectLst/>
                <a:uFillTx/>
                <a:latin typeface="Arial"/>
              </a:rPr>
              <a:t>y</a:t>
            </a:r>
            <a:r>
              <a:rPr lang="en-US" sz="4250" b="1" u="none" strike="noStrike" spc="-405" dirty="0">
                <a:solidFill>
                  <a:srgbClr val="014487"/>
                </a:solidFill>
                <a:effectLst/>
                <a:uFillTx/>
                <a:latin typeface="Arial"/>
              </a:rPr>
              <a:t> </a:t>
            </a:r>
            <a:r>
              <a:rPr lang="en-US" sz="4250" b="1" u="none" strike="noStrike" spc="-20">
                <a:solidFill>
                  <a:srgbClr val="004272"/>
                </a:solidFill>
                <a:effectLst/>
                <a:uFillTx/>
                <a:latin typeface="Arial"/>
              </a:rPr>
              <a:t>Escalabilidad</a:t>
            </a:r>
            <a:endParaRPr lang="en-US" sz="425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5" name="object 6"/>
          <p:cNvSpPr/>
          <p:nvPr/>
        </p:nvSpPr>
        <p:spPr>
          <a:xfrm>
            <a:off x="1565640" y="4415040"/>
            <a:ext cx="346536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tabLst>
                <a:tab pos="363240" algn="l"/>
              </a:tabLst>
            </a:pPr>
            <a:r>
              <a:rPr lang="en-US" sz="1800" b="0" u="none" strike="noStrike" spc="-51" dirty="0">
                <a:solidFill>
                  <a:srgbClr val="0A3D79"/>
                </a:solidFill>
                <a:effectLst/>
                <a:uFillTx/>
                <a:latin typeface="Calibri"/>
              </a:rPr>
              <a:t>%</a:t>
            </a:r>
            <a:r>
              <a:rPr lang="en-US" sz="1800" b="0" u="none" strike="noStrike" dirty="0">
                <a:solidFill>
                  <a:srgbClr val="0A3D79"/>
                </a:solidFill>
                <a:effectLst/>
                <a:uFillTx/>
                <a:latin typeface="Calibri"/>
              </a:rPr>
              <a:t>	</a:t>
            </a:r>
            <a:r>
              <a:rPr lang="en-US" sz="1800" b="0" u="none" strike="noStrike" spc="386" dirty="0" err="1">
                <a:solidFill>
                  <a:srgbClr val="003B79"/>
                </a:solidFill>
                <a:effectLst/>
                <a:uFillTx/>
                <a:latin typeface="Calibri"/>
              </a:rPr>
              <a:t>Conclusiones</a:t>
            </a:r>
            <a:r>
              <a:rPr lang="en-US" sz="1800" b="0" u="none" strike="noStrike" spc="96" dirty="0">
                <a:solidFill>
                  <a:srgbClr val="003B79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 spc="386" dirty="0" err="1">
                <a:solidFill>
                  <a:srgbClr val="013D85"/>
                </a:solidFill>
                <a:effectLst/>
                <a:uFillTx/>
                <a:latin typeface="Calibri"/>
              </a:rPr>
              <a:t>Técnicas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object 7"/>
          <p:cNvSpPr/>
          <p:nvPr/>
        </p:nvSpPr>
        <p:spPr>
          <a:xfrm>
            <a:off x="1885320" y="4910040"/>
            <a:ext cx="7454520" cy="291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5120" indent="5040">
              <a:lnSpc>
                <a:spcPct val="12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800" b="0" u="none" strike="noStrike" spc="-34">
                <a:solidFill>
                  <a:srgbClr val="444444"/>
                </a:solidFill>
                <a:effectLst/>
                <a:uFillTx/>
                <a:latin typeface="Arial MT"/>
              </a:rPr>
              <a:t>Se</a:t>
            </a:r>
            <a:r>
              <a:rPr lang="en-US" sz="1800" b="0" u="none" strike="noStrike" spc="40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diseñó</a:t>
            </a:r>
            <a:r>
              <a:rPr lang="en-US" sz="1800" b="0" u="none" strike="noStrike" spc="65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13131"/>
                </a:solidFill>
                <a:effectLst/>
                <a:uFillTx/>
                <a:latin typeface="Arial MT"/>
              </a:rPr>
              <a:t>exitosamente</a:t>
            </a:r>
            <a:r>
              <a:rPr lang="en-US" sz="1800" b="0" u="none" strike="noStrike" spc="184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un</a:t>
            </a:r>
            <a:r>
              <a:rPr lang="en-US" sz="1800" b="0" u="none" strike="noStrike" spc="-26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prototipo</a:t>
            </a:r>
            <a:r>
              <a:rPr lang="en-US" sz="1800" b="0" u="none" strike="noStrike" spc="54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embebido</a:t>
            </a:r>
            <a:r>
              <a:rPr lang="en-US" sz="1800" b="0" u="none" strike="noStrike" spc="99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24242"/>
                </a:solidFill>
                <a:effectLst/>
                <a:uFillTx/>
                <a:latin typeface="Arial MT"/>
              </a:rPr>
              <a:t>multizona,</a:t>
            </a:r>
            <a:r>
              <a:rPr lang="en-US" sz="1800" b="0" u="none" strike="noStrike" spc="164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capaz</a:t>
            </a:r>
            <a:r>
              <a:rPr lang="en-US" sz="1800" b="0" u="none" strike="noStrike" spc="184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6">
                <a:solidFill>
                  <a:srgbClr val="494949"/>
                </a:solidFill>
                <a:effectLst/>
                <a:uFillTx/>
                <a:latin typeface="Arial MT"/>
              </a:rPr>
              <a:t>de </a:t>
            </a:r>
            <a:r>
              <a:rPr lang="en-US" sz="1800" b="0" u="none" strike="noStrike">
                <a:solidFill>
                  <a:srgbClr val="484848"/>
                </a:solidFill>
                <a:effectLst/>
                <a:uFillTx/>
                <a:latin typeface="Arial MT"/>
              </a:rPr>
              <a:t>operar</a:t>
            </a:r>
            <a:r>
              <a:rPr lang="en-US" sz="1800" b="0" u="none" strike="noStrike" spc="60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14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94949"/>
                </a:solidFill>
                <a:effectLst/>
                <a:uFillTx/>
                <a:latin typeface="Arial MT"/>
              </a:rPr>
              <a:t>manera</a:t>
            </a:r>
            <a:r>
              <a:rPr lang="en-US" sz="1800" b="0" u="none" strike="noStrike" spc="136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autónoma</a:t>
            </a:r>
            <a:r>
              <a:rPr lang="en-US" sz="1800" b="0" u="none" strike="noStrike" spc="164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F3F3F"/>
                </a:solidFill>
                <a:effectLst/>
                <a:uFillTx/>
                <a:latin typeface="Arial MT"/>
              </a:rPr>
              <a:t>y</a:t>
            </a:r>
            <a:r>
              <a:rPr lang="en-US" sz="1800" b="0" u="none" strike="noStrike" spc="14">
                <a:solidFill>
                  <a:srgbClr val="3F3F3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84848"/>
                </a:solidFill>
                <a:effectLst/>
                <a:uFillTx/>
                <a:latin typeface="Arial MT"/>
              </a:rPr>
              <a:t>continua</a:t>
            </a:r>
            <a:r>
              <a:rPr lang="en-US" sz="1800" b="0" u="none" strike="noStrike" spc="145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bajo</a:t>
            </a:r>
            <a:r>
              <a:rPr lang="en-US" sz="1800" b="0" u="none" strike="noStrike" spc="-54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estándares</a:t>
            </a:r>
            <a:r>
              <a:rPr lang="en-US" sz="1800" b="0" u="none" strike="noStrike" spc="65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40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64646"/>
                </a:solidFill>
                <a:effectLst/>
                <a:uFillTx/>
                <a:latin typeface="Arial MT"/>
              </a:rPr>
              <a:t>seguridad </a:t>
            </a:r>
            <a:r>
              <a:rPr lang="en-US" sz="1800" b="0" u="none" strike="noStrike" spc="-11">
                <a:solidFill>
                  <a:srgbClr val="2F2F2F"/>
                </a:solidFill>
                <a:effectLst/>
                <a:uFillTx/>
                <a:latin typeface="Arial MT"/>
              </a:rPr>
              <a:t>gastronómica.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040">
              <a:lnSpc>
                <a:spcPct val="120000"/>
              </a:lnSpc>
              <a:spcBef>
                <a:spcPts val="989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424242"/>
                </a:solidFill>
                <a:effectLst/>
                <a:uFillTx/>
                <a:latin typeface="Arial MT"/>
              </a:rPr>
              <a:t>La</a:t>
            </a:r>
            <a:r>
              <a:rPr lang="en-US" sz="1800" b="0" u="none" strike="noStrike" spc="79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arquitectura</a:t>
            </a:r>
            <a:r>
              <a:rPr lang="en-US" sz="1800" b="0" u="none" strike="noStrike" spc="176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11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hardware</a:t>
            </a:r>
            <a:r>
              <a:rPr lang="en-US" sz="1800" b="0" u="none" strike="noStrike" spc="139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permitió</a:t>
            </a:r>
            <a:r>
              <a:rPr lang="en-US" sz="1800" b="0" u="none" strike="noStrike" spc="71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84848"/>
                </a:solidFill>
                <a:effectLst/>
                <a:uFillTx/>
                <a:latin typeface="Arial MT"/>
              </a:rPr>
              <a:t>la</a:t>
            </a:r>
            <a:r>
              <a:rPr lang="en-US" sz="1800" b="0" u="none" strike="noStrike" spc="71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24242"/>
                </a:solidFill>
                <a:effectLst/>
                <a:uFillTx/>
                <a:latin typeface="Arial MT"/>
              </a:rPr>
              <a:t>coexistencia</a:t>
            </a:r>
            <a:r>
              <a:rPr lang="en-US" sz="1800" b="0" u="none" strike="noStrike" spc="215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505050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11">
                <a:solidFill>
                  <a:srgbClr val="505050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84848"/>
                </a:solidFill>
                <a:effectLst/>
                <a:uFillTx/>
                <a:latin typeface="Arial MT"/>
              </a:rPr>
              <a:t>buses</a:t>
            </a:r>
            <a:r>
              <a:rPr lang="en-US" sz="1800" b="0" u="none" strike="noStrike" spc="-11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34">
                <a:solidFill>
                  <a:srgbClr val="505050"/>
                </a:solidFill>
                <a:effectLst/>
                <a:uFillTx/>
                <a:latin typeface="Arial MT"/>
              </a:rPr>
              <a:t>de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comunicación</a:t>
            </a:r>
            <a:r>
              <a:rPr lang="en-US" sz="1800" b="0" u="none" strike="noStrike" spc="74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13131"/>
                </a:solidFill>
                <a:effectLst/>
                <a:uFillTx/>
                <a:latin typeface="Arial MT"/>
              </a:rPr>
              <a:t>diferenciados</a:t>
            </a:r>
            <a:r>
              <a:rPr lang="en-US" sz="1800" b="0" u="none" strike="noStrike" spc="139">
                <a:solidFill>
                  <a:srgbClr val="313131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31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24242"/>
                </a:solidFill>
                <a:effectLst/>
                <a:uFillTx/>
                <a:latin typeface="Arial MT"/>
              </a:rPr>
              <a:t>forma</a:t>
            </a:r>
            <a:r>
              <a:rPr lang="en-US" sz="1800" b="0" u="none" strike="noStrike" spc="111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84848"/>
                </a:solidFill>
                <a:effectLst/>
                <a:uFillTx/>
                <a:latin typeface="Arial MT"/>
              </a:rPr>
              <a:t>estable</a:t>
            </a:r>
            <a:r>
              <a:rPr lang="en-US" sz="1800" b="0" u="none" strike="noStrike" spc="125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Arial MT"/>
              </a:rPr>
              <a:t>y</a:t>
            </a:r>
            <a:r>
              <a:rPr lang="en-US" sz="1800" b="0" u="none" strike="noStrike" spc="31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aislada</a:t>
            </a:r>
            <a:r>
              <a:rPr lang="en-US" sz="1800" b="0" u="none" strike="noStrike" spc="113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3D3D3D"/>
                </a:solidFill>
                <a:effectLst/>
                <a:uFillTx/>
                <a:latin typeface="Arial MT"/>
              </a:rPr>
              <a:t>eléctricamente.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40" indent="-3960">
              <a:lnSpc>
                <a:spcPct val="120000"/>
              </a:lnSpc>
              <a:spcBef>
                <a:spcPts val="989"/>
              </a:spcBef>
              <a:tabLst>
                <a:tab pos="0" algn="l"/>
              </a:tabLst>
            </a:pPr>
            <a:r>
              <a:rPr lang="en-US" sz="1800" b="0" u="none" strike="noStrike" spc="-111">
                <a:solidFill>
                  <a:srgbClr val="494949"/>
                </a:solidFill>
                <a:effectLst/>
                <a:uFillTx/>
                <a:latin typeface="Arial MT"/>
              </a:rPr>
              <a:t>El</a:t>
            </a:r>
            <a:r>
              <a:rPr lang="en-US" sz="1800" b="0" u="none" strike="noStrike" spc="-14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D3D3D"/>
                </a:solidFill>
                <a:effectLst/>
                <a:uFillTx/>
                <a:latin typeface="Arial MT"/>
              </a:rPr>
              <a:t>diseño basado</a:t>
            </a:r>
            <a:r>
              <a:rPr lang="en-US" sz="1800" b="0" u="none" strike="noStrike" spc="-20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en</a:t>
            </a:r>
            <a:r>
              <a:rPr lang="en-US" sz="1800" b="0" u="none" strike="noStrike" spc="-71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Máquina</a:t>
            </a:r>
            <a:r>
              <a:rPr lang="en-US" sz="1800" b="0" u="none" strike="noStrike" spc="164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40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Estados </a:t>
            </a:r>
            <a:r>
              <a:rPr lang="en-US" sz="1800" b="0" u="none" strike="noStrike">
                <a:solidFill>
                  <a:srgbClr val="414141"/>
                </a:solidFill>
                <a:effectLst/>
                <a:uFillTx/>
                <a:latin typeface="Arial MT"/>
              </a:rPr>
              <a:t>Finitos</a:t>
            </a:r>
            <a:r>
              <a:rPr lang="en-US" sz="1800" b="0" u="none" strike="noStrike" spc="40">
                <a:solidFill>
                  <a:srgbClr val="414141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3D3D3D"/>
                </a:solidFill>
                <a:effectLst/>
                <a:uFillTx/>
                <a:latin typeface="Arial MT"/>
              </a:rPr>
              <a:t>simplifica </a:t>
            </a:r>
            <a:r>
              <a:rPr lang="en-US" sz="1800" b="0" u="none" strike="noStrike">
                <a:solidFill>
                  <a:srgbClr val="3D3D3D"/>
                </a:solidFill>
                <a:effectLst/>
                <a:uFillTx/>
                <a:latin typeface="Arial MT"/>
              </a:rPr>
              <a:t>sustancialmente</a:t>
            </a:r>
            <a:r>
              <a:rPr lang="en-US" sz="1800" b="0" u="none" strike="noStrike" spc="-14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B3C8DB"/>
                </a:solidFill>
                <a:effectLst/>
                <a:uFillTx/>
                <a:latin typeface="Arial MT"/>
              </a:rPr>
              <a:t>el</a:t>
            </a:r>
            <a:r>
              <a:rPr lang="en-US" sz="1800" b="0" u="none" strike="noStrike" spc="-54">
                <a:solidFill>
                  <a:srgbClr val="B3C8D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mantenimiento</a:t>
            </a:r>
            <a:r>
              <a:rPr lang="en-US" sz="1800" b="0" u="none" strike="noStrike" spc="136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F5E6E"/>
                </a:solidFill>
                <a:effectLst/>
                <a:uFillTx/>
                <a:latin typeface="Arial MT"/>
              </a:rPr>
              <a:t>de </a:t>
            </a:r>
            <a:r>
              <a:rPr lang="en-US" sz="1800" b="0" u="none" strike="noStrike">
                <a:solidFill>
                  <a:srgbClr val="79808C"/>
                </a:solidFill>
                <a:effectLst/>
                <a:uFillTx/>
                <a:latin typeface="Arial MT"/>
              </a:rPr>
              <a:t>las</a:t>
            </a:r>
            <a:r>
              <a:rPr lang="en-US" sz="1800" b="0" u="none" strike="noStrike" spc="-40">
                <a:solidFill>
                  <a:srgbClr val="79808C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alertas</a:t>
            </a:r>
            <a:r>
              <a:rPr lang="en-US" sz="1800" b="0" u="none" strike="noStrike" spc="40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y</a:t>
            </a:r>
            <a:r>
              <a:rPr lang="en-US" sz="1800" b="0" u="none" strike="noStrike" spc="51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reduce</a:t>
            </a:r>
            <a:r>
              <a:rPr lang="en-US" sz="1800" b="0" u="none" strike="noStrike" spc="99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44444"/>
                </a:solidFill>
                <a:effectLst/>
                <a:uFillTx/>
                <a:latin typeface="Arial MT"/>
              </a:rPr>
              <a:t>los</a:t>
            </a:r>
            <a:r>
              <a:rPr lang="en-US" sz="1800" b="0" u="none" strike="noStrike" spc="-74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tiempos</a:t>
            </a:r>
            <a:r>
              <a:rPr lang="en-US" sz="1800" b="0" u="none" strike="noStrike" spc="6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6">
                <a:solidFill>
                  <a:srgbClr val="464646"/>
                </a:solidFill>
                <a:effectLst/>
                <a:uFillTx/>
                <a:latin typeface="Arial MT"/>
              </a:rPr>
              <a:t>de </a:t>
            </a:r>
            <a:r>
              <a:rPr lang="en-US" sz="1800" b="0" u="none" strike="noStrike" spc="-11">
                <a:solidFill>
                  <a:srgbClr val="424242"/>
                </a:solidFill>
                <a:effectLst/>
                <a:uFillTx/>
                <a:latin typeface="Arial MT"/>
              </a:rPr>
              <a:t>respuesta.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object 8"/>
          <p:cNvSpPr/>
          <p:nvPr/>
        </p:nvSpPr>
        <p:spPr>
          <a:xfrm>
            <a:off x="10978200" y="4415040"/>
            <a:ext cx="286236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380" dirty="0" err="1">
                <a:solidFill>
                  <a:srgbClr val="084989"/>
                </a:solidFill>
                <a:effectLst/>
                <a:uFillTx/>
                <a:latin typeface="Calibri"/>
              </a:rPr>
              <a:t>Esca</a:t>
            </a:r>
            <a:r>
              <a:rPr lang="en-US" sz="1800" b="0" u="none" strike="noStrike" spc="380" dirty="0" err="1">
                <a:solidFill>
                  <a:srgbClr val="004280"/>
                </a:solidFill>
                <a:effectLst/>
                <a:uFillTx/>
                <a:latin typeface="Calibri"/>
              </a:rPr>
              <a:t>la</a:t>
            </a:r>
            <a:r>
              <a:rPr lang="en-US" sz="1800" b="0" u="none" strike="noStrike" spc="380" dirty="0" err="1">
                <a:solidFill>
                  <a:srgbClr val="033D87"/>
                </a:solidFill>
                <a:effectLst/>
                <a:uFillTx/>
                <a:latin typeface="Calibri"/>
              </a:rPr>
              <a:t>bilidad</a:t>
            </a:r>
            <a:r>
              <a:rPr lang="en-US" sz="1800" b="0" u="none" strike="noStrike" spc="14" dirty="0">
                <a:solidFill>
                  <a:srgbClr val="033D87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 spc="405" dirty="0">
                <a:solidFill>
                  <a:srgbClr val="0F3F7E"/>
                </a:solidFill>
                <a:effectLst/>
                <a:uFillTx/>
                <a:latin typeface="Calibri"/>
              </a:rPr>
              <a:t>IoT</a:t>
            </a:r>
            <a:r>
              <a:rPr lang="en-US" sz="1800" b="0" u="none" strike="noStrike" spc="-181" dirty="0">
                <a:solidFill>
                  <a:srgbClr val="0F3F7E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 spc="371" dirty="0">
                <a:solidFill>
                  <a:srgbClr val="0C3F80"/>
                </a:solidFill>
                <a:effectLst/>
                <a:uFillTx/>
                <a:latin typeface="Calibri"/>
              </a:rPr>
              <a:t>/</a:t>
            </a:r>
            <a:r>
              <a:rPr lang="en-US" sz="1800" b="0" u="none" strike="noStrike" spc="-264" dirty="0">
                <a:solidFill>
                  <a:srgbClr val="0C3F80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 spc="374" dirty="0">
                <a:solidFill>
                  <a:srgbClr val="033D77"/>
                </a:solidFill>
                <a:effectLst/>
                <a:uFillTx/>
                <a:latin typeface="Calibri"/>
              </a:rPr>
              <a:t>IA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object 9"/>
          <p:cNvSpPr/>
          <p:nvPr/>
        </p:nvSpPr>
        <p:spPr>
          <a:xfrm>
            <a:off x="17124480" y="1165320"/>
            <a:ext cx="1547640" cy="26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550" b="1" u="none" strike="noStrike" spc="346">
                <a:solidFill>
                  <a:srgbClr val="00427C"/>
                </a:solidFill>
                <a:effectLst/>
                <a:uFillTx/>
                <a:latin typeface="Calibri"/>
              </a:rPr>
              <a:t>13.</a:t>
            </a:r>
            <a:r>
              <a:rPr lang="en-US" sz="1550" b="1" u="none" strike="noStrike" spc="119">
                <a:solidFill>
                  <a:srgbClr val="00427C"/>
                </a:solidFill>
                <a:effectLst/>
                <a:uFillTx/>
                <a:latin typeface="Calibri"/>
              </a:rPr>
              <a:t> </a:t>
            </a:r>
            <a:r>
              <a:rPr lang="en-US" sz="1550" b="1" u="none" strike="noStrike" spc="-11">
                <a:solidFill>
                  <a:srgbClr val="113F79"/>
                </a:solidFill>
                <a:effectLst/>
                <a:uFillTx/>
                <a:latin typeface="Calibri"/>
              </a:rPr>
              <a:t>CONCLUSIÓN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object 10"/>
          <p:cNvSpPr/>
          <p:nvPr/>
        </p:nvSpPr>
        <p:spPr>
          <a:xfrm>
            <a:off x="10913400" y="4910040"/>
            <a:ext cx="7486200" cy="291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7640" indent="-5760">
              <a:lnSpc>
                <a:spcPct val="12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800" b="0" u="none" strike="noStrike" spc="60">
                <a:solidFill>
                  <a:srgbClr val="3B3B3B"/>
                </a:solidFill>
                <a:effectLst/>
                <a:uFillTx/>
                <a:latin typeface="Arial MT"/>
              </a:rPr>
              <a:t>Integración</a:t>
            </a:r>
            <a:r>
              <a:rPr lang="en-US" sz="1800" b="0" u="none" strike="noStrike" spc="79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IoT:</a:t>
            </a:r>
            <a:r>
              <a:rPr lang="en-US" sz="1800" b="0" u="none" strike="noStrike" spc="-40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14141"/>
                </a:solidFill>
                <a:effectLst/>
                <a:uFillTx/>
                <a:latin typeface="Arial MT"/>
              </a:rPr>
              <a:t>Conexión</a:t>
            </a:r>
            <a:r>
              <a:rPr lang="en-US" sz="1800" b="0" u="none" strike="noStrike" spc="71">
                <a:solidFill>
                  <a:srgbClr val="414141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84848"/>
                </a:solidFill>
                <a:effectLst/>
                <a:uFillTx/>
                <a:latin typeface="Arial MT"/>
              </a:rPr>
              <a:t>mediante</a:t>
            </a:r>
            <a:r>
              <a:rPr lang="en-US" sz="1800" b="0" u="none" strike="noStrike" spc="65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el</a:t>
            </a:r>
            <a:r>
              <a:rPr lang="en-US" sz="1800" b="0" u="none" strike="noStrike" spc="-74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44444"/>
                </a:solidFill>
                <a:effectLst/>
                <a:uFillTx/>
                <a:latin typeface="Arial MT"/>
              </a:rPr>
              <a:t>puerto</a:t>
            </a:r>
            <a:r>
              <a:rPr lang="en-US" sz="1800" b="0" u="none" strike="noStrike" spc="65">
                <a:solidFill>
                  <a:srgbClr val="44444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0">
                <a:solidFill>
                  <a:srgbClr val="494949"/>
                </a:solidFill>
                <a:effectLst/>
                <a:uFillTx/>
                <a:latin typeface="Arial MT"/>
              </a:rPr>
              <a:t>serie</a:t>
            </a:r>
            <a:r>
              <a:rPr lang="en-US" sz="1800" b="0" u="none" strike="noStrike" spc="-14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40">
                <a:solidFill>
                  <a:srgbClr val="4B4B4B"/>
                </a:solidFill>
                <a:effectLst/>
                <a:uFillTx/>
                <a:latin typeface="Arial MT"/>
              </a:rPr>
              <a:t>UART</a:t>
            </a:r>
            <a:r>
              <a:rPr lang="en-US" sz="1800" b="0" u="none" strike="noStrike" spc="99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del</a:t>
            </a:r>
            <a:r>
              <a:rPr lang="en-US" sz="1800" b="0" u="none" strike="noStrike" spc="-14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D3D3D"/>
                </a:solidFill>
                <a:effectLst/>
                <a:uFillTx/>
                <a:latin typeface="Arial MT"/>
              </a:rPr>
              <a:t>Arduino</a:t>
            </a:r>
            <a:r>
              <a:rPr lang="en-US" sz="1800" b="0" u="none" strike="noStrike" spc="-26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51">
                <a:solidFill>
                  <a:srgbClr val="4F4F4F"/>
                </a:solidFill>
                <a:effectLst/>
                <a:uFillTx/>
                <a:latin typeface="Arial MT"/>
              </a:rPr>
              <a:t>a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un</a:t>
            </a:r>
            <a:r>
              <a:rPr lang="en-US" sz="1800" b="0" u="none" strike="noStrike" spc="-71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84848"/>
                </a:solidFill>
                <a:effectLst/>
                <a:uFillTx/>
                <a:latin typeface="Arial MT"/>
              </a:rPr>
              <a:t>procesador</a:t>
            </a:r>
            <a:r>
              <a:rPr lang="en-US" sz="1800" b="0" u="none" strike="noStrike" spc="96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26">
                <a:solidFill>
                  <a:srgbClr val="4B4B4B"/>
                </a:solidFill>
                <a:effectLst/>
                <a:uFillTx/>
                <a:latin typeface="Arial MT"/>
              </a:rPr>
              <a:t>ESP32</a:t>
            </a:r>
            <a:r>
              <a:rPr lang="en-US" sz="1800" b="0" u="none" strike="noStrike" spc="85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para</a:t>
            </a:r>
            <a:r>
              <a:rPr lang="en-US" sz="1800" b="0" u="none" strike="noStrike" spc="85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enviar</a:t>
            </a:r>
            <a:r>
              <a:rPr lang="en-US" sz="1800" b="0" u="none" strike="noStrike" spc="99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logs</a:t>
            </a:r>
            <a:r>
              <a:rPr lang="en-US" sz="1800" b="0" u="none" strike="noStrike" spc="-51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empaquetados</a:t>
            </a:r>
            <a:r>
              <a:rPr lang="en-US" sz="1800" b="0" u="none" strike="noStrike" spc="145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BDCFE6"/>
                </a:solidFill>
                <a:effectLst/>
                <a:uFillTx/>
                <a:latin typeface="Arial MT"/>
              </a:rPr>
              <a:t>en</a:t>
            </a:r>
            <a:r>
              <a:rPr lang="en-US" sz="1800" b="0" u="none" strike="noStrike" spc="-51">
                <a:solidFill>
                  <a:srgbClr val="BDCFE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84848"/>
                </a:solidFill>
                <a:effectLst/>
                <a:uFillTx/>
                <a:latin typeface="Arial MT"/>
              </a:rPr>
              <a:t>JSON</a:t>
            </a:r>
            <a:r>
              <a:rPr lang="en-US" sz="1800" b="0" u="none" strike="noStrike" spc="99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a</a:t>
            </a:r>
            <a:r>
              <a:rPr lang="en-US" sz="1800" b="0" u="none" strike="noStrike" spc="6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3D3D3D"/>
                </a:solidFill>
                <a:effectLst/>
                <a:uFillTx/>
                <a:latin typeface="Arial MT"/>
              </a:rPr>
              <a:t>través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34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676B77"/>
                </a:solidFill>
                <a:effectLst/>
                <a:uFillTx/>
                <a:latin typeface="Arial MT"/>
              </a:rPr>
              <a:t>MQTT</a:t>
            </a:r>
            <a:r>
              <a:rPr lang="en-US" sz="1800" b="0" u="none" strike="noStrike" spc="111">
                <a:solidFill>
                  <a:srgbClr val="676B77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hacia</a:t>
            </a:r>
            <a:r>
              <a:rPr lang="en-US" sz="1800" b="0" u="none" strike="noStrike" spc="85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60">
                <a:solidFill>
                  <a:srgbClr val="2F2F2F"/>
                </a:solidFill>
                <a:effectLst/>
                <a:uFillTx/>
                <a:latin typeface="Arial MT"/>
              </a:rPr>
              <a:t>Node-</a:t>
            </a:r>
            <a:r>
              <a:rPr lang="en-US" sz="1800" b="0" u="none" strike="noStrike" spc="-20">
                <a:solidFill>
                  <a:srgbClr val="2F2F2F"/>
                </a:solidFill>
                <a:effectLst/>
                <a:uFillTx/>
                <a:latin typeface="Arial MT"/>
              </a:rPr>
              <a:t>RED.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360" indent="-1800">
              <a:lnSpc>
                <a:spcPct val="120000"/>
              </a:lnSpc>
              <a:spcBef>
                <a:spcPts val="989"/>
              </a:spcBef>
              <a:tabLst>
                <a:tab pos="0" algn="l"/>
              </a:tabLst>
            </a:pPr>
            <a:r>
              <a:rPr lang="en-US" sz="1800" b="0" u="none" strike="noStrike" spc="54">
                <a:solidFill>
                  <a:srgbClr val="3F3F3F"/>
                </a:solidFill>
                <a:effectLst/>
                <a:uFillTx/>
                <a:latin typeface="Arial MT"/>
              </a:rPr>
              <a:t>Mantenimiento</a:t>
            </a:r>
            <a:r>
              <a:rPr lang="en-US" sz="1800" b="0" u="none" strike="noStrike" spc="181">
                <a:solidFill>
                  <a:srgbClr val="3F3F3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51">
                <a:solidFill>
                  <a:srgbClr val="3B3B3B"/>
                </a:solidFill>
                <a:effectLst/>
                <a:uFillTx/>
                <a:latin typeface="Arial MT"/>
              </a:rPr>
              <a:t>Predictivo</a:t>
            </a:r>
            <a:r>
              <a:rPr lang="en-US" sz="1800" b="0" u="none" strike="noStrike" spc="255">
                <a:solidFill>
                  <a:srgbClr val="3B3B3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(IA):</a:t>
            </a:r>
            <a:r>
              <a:rPr lang="en-US" sz="1800" b="0" u="none" strike="noStrike" spc="-85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84848"/>
                </a:solidFill>
                <a:effectLst/>
                <a:uFillTx/>
                <a:latin typeface="Arial MT"/>
              </a:rPr>
              <a:t>Procesamiento</a:t>
            </a:r>
            <a:r>
              <a:rPr lang="en-US" sz="1800" b="0" u="none" strike="noStrike" spc="204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6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series</a:t>
            </a:r>
            <a:r>
              <a:rPr lang="en-US" sz="1800" b="0" u="none" strike="noStrike" spc="11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525252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34">
                <a:solidFill>
                  <a:srgbClr val="52525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525252"/>
                </a:solidFill>
                <a:effectLst/>
                <a:uFillTx/>
                <a:latin typeface="Arial MT"/>
              </a:rPr>
              <a:t>tiempo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mediante</a:t>
            </a:r>
            <a:r>
              <a:rPr lang="en-US" sz="1800" b="0" u="none" strike="noStrike" spc="111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redes</a:t>
            </a:r>
            <a:r>
              <a:rPr lang="en-US" sz="1800" b="0" u="none" strike="noStrike" spc="6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545454"/>
                </a:solidFill>
                <a:effectLst/>
                <a:uFillTx/>
                <a:latin typeface="Arial MT"/>
              </a:rPr>
              <a:t>neuronales</a:t>
            </a:r>
            <a:r>
              <a:rPr lang="en-US" sz="1800" b="0" u="none" strike="noStrike" spc="96">
                <a:solidFill>
                  <a:srgbClr val="54545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LSTM</a:t>
            </a:r>
            <a:r>
              <a:rPr lang="en-US" sz="1800" b="0" u="none" strike="noStrike" spc="60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para</a:t>
            </a:r>
            <a:r>
              <a:rPr lang="en-US" sz="1800" b="0" u="none" strike="noStrike" spc="119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predecir</a:t>
            </a:r>
            <a:r>
              <a:rPr lang="en-US" sz="1800" b="0" u="none" strike="noStrike" spc="119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84848"/>
                </a:solidFill>
                <a:effectLst/>
                <a:uFillTx/>
                <a:latin typeface="Arial MT"/>
              </a:rPr>
              <a:t>fallas</a:t>
            </a:r>
            <a:r>
              <a:rPr lang="en-US" sz="1800" b="0" u="none" strike="noStrike" spc="-40">
                <a:solidFill>
                  <a:srgbClr val="484848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térmicas</a:t>
            </a:r>
            <a:r>
              <a:rPr lang="en-US" sz="1800" b="0" u="none" strike="noStrike" spc="96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51">
                <a:solidFill>
                  <a:srgbClr val="444444"/>
                </a:solidFill>
                <a:effectLst/>
                <a:uFillTx/>
                <a:latin typeface="Arial MT"/>
              </a:rPr>
              <a:t>y </a:t>
            </a:r>
            <a:r>
              <a:rPr lang="en-US" sz="1800" b="0" u="none" strike="noStrike">
                <a:solidFill>
                  <a:srgbClr val="424242"/>
                </a:solidFill>
                <a:effectLst/>
                <a:uFillTx/>
                <a:latin typeface="Arial MT"/>
              </a:rPr>
              <a:t>pérdidas</a:t>
            </a:r>
            <a:r>
              <a:rPr lang="en-US" sz="1800" b="0" u="none" strike="noStrike" spc="71">
                <a:solidFill>
                  <a:srgbClr val="42424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51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525252"/>
                </a:solidFill>
                <a:effectLst/>
                <a:uFillTx/>
                <a:latin typeface="Arial MT"/>
              </a:rPr>
              <a:t>la</a:t>
            </a:r>
            <a:r>
              <a:rPr lang="en-US" sz="1800" b="0" u="none" strike="noStrike" spc="113">
                <a:solidFill>
                  <a:srgbClr val="52525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cadena</a:t>
            </a:r>
            <a:r>
              <a:rPr lang="en-US" sz="1800" b="0" u="none" strike="noStrike" spc="184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26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94949"/>
                </a:solidFill>
                <a:effectLst/>
                <a:uFillTx/>
                <a:latin typeface="Arial MT"/>
              </a:rPr>
              <a:t>frío.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40" indent="8280">
              <a:lnSpc>
                <a:spcPct val="120000"/>
              </a:lnSpc>
              <a:spcBef>
                <a:spcPts val="989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4F4F4F"/>
                </a:solidFill>
                <a:effectLst/>
                <a:uFillTx/>
                <a:latin typeface="Arial MT"/>
              </a:rPr>
              <a:t>Ajustes</a:t>
            </a:r>
            <a:r>
              <a:rPr lang="en-US" sz="1800" b="0" u="none" strike="noStrike" spc="255">
                <a:solidFill>
                  <a:srgbClr val="4F4F4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51">
                <a:solidFill>
                  <a:srgbClr val="464646"/>
                </a:solidFill>
                <a:effectLst/>
                <a:uFillTx/>
                <a:latin typeface="Arial MT"/>
              </a:rPr>
              <a:t>Adaptativos:</a:t>
            </a:r>
            <a:r>
              <a:rPr lang="en-US" sz="1800" b="0" u="none" strike="noStrike" spc="150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3D3D3D"/>
                </a:solidFill>
                <a:effectLst/>
                <a:uFillTx/>
                <a:latin typeface="Arial MT"/>
              </a:rPr>
              <a:t>Optimización</a:t>
            </a:r>
            <a:r>
              <a:rPr lang="en-US" sz="1800" b="0" u="none" strike="noStrike" spc="210">
                <a:solidFill>
                  <a:srgbClr val="3D3D3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565656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45">
                <a:solidFill>
                  <a:srgbClr val="56565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3F3F3F"/>
                </a:solidFill>
                <a:effectLst/>
                <a:uFillTx/>
                <a:latin typeface="Arial MT"/>
              </a:rPr>
              <a:t>límites</a:t>
            </a:r>
            <a:r>
              <a:rPr lang="en-US" sz="1800" b="0" u="none" strike="noStrike" spc="26">
                <a:solidFill>
                  <a:srgbClr val="3F3F3F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14141"/>
                </a:solidFill>
                <a:effectLst/>
                <a:uFillTx/>
                <a:latin typeface="Arial MT"/>
              </a:rPr>
              <a:t>operativos</a:t>
            </a:r>
            <a:r>
              <a:rPr lang="en-US" sz="1800" b="0" u="none" strike="noStrike" spc="150">
                <a:solidFill>
                  <a:srgbClr val="414141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B8CDE2"/>
                </a:solidFill>
                <a:effectLst/>
                <a:uFillTx/>
                <a:latin typeface="Arial MT"/>
              </a:rPr>
              <a:t>en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base</a:t>
            </a:r>
            <a:r>
              <a:rPr lang="en-US" sz="1800" b="0" u="none" strike="noStrike" spc="105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D4D4D"/>
                </a:solidFill>
                <a:effectLst/>
                <a:uFillTx/>
                <a:latin typeface="Arial MT"/>
              </a:rPr>
              <a:t>al</a:t>
            </a:r>
            <a:r>
              <a:rPr lang="en-US" sz="1800" b="0" u="none" strike="noStrike" spc="-40">
                <a:solidFill>
                  <a:srgbClr val="4D4D4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D4D4D"/>
                </a:solidFill>
                <a:effectLst/>
                <a:uFillTx/>
                <a:latin typeface="Arial MT"/>
              </a:rPr>
              <a:t>flujo </a:t>
            </a:r>
            <a:r>
              <a:rPr lang="en-US" sz="1800" b="0" u="none" strike="noStrike">
                <a:solidFill>
                  <a:srgbClr val="494949"/>
                </a:solidFill>
                <a:effectLst/>
                <a:uFillTx/>
                <a:latin typeface="Arial MT"/>
              </a:rPr>
              <a:t>estacional</a:t>
            </a:r>
            <a:r>
              <a:rPr lang="en-US" sz="1800" b="0" u="none" strike="noStrike" spc="96">
                <a:solidFill>
                  <a:srgbClr val="49494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Arial MT"/>
              </a:rPr>
              <a:t>del</a:t>
            </a:r>
            <a:r>
              <a:rPr lang="en-US" sz="1800" b="0" u="none" strike="noStrike" spc="-51">
                <a:solidFill>
                  <a:srgbClr val="464646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4B4B4B"/>
                </a:solidFill>
                <a:effectLst/>
                <a:uFillTx/>
                <a:latin typeface="Arial MT"/>
              </a:rPr>
              <a:t>local</a:t>
            </a:r>
            <a:r>
              <a:rPr lang="en-US" sz="1800" b="0" u="none" strike="noStrike" spc="-26">
                <a:solidFill>
                  <a:srgbClr val="4B4B4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-11">
                <a:solidFill>
                  <a:srgbClr val="444444"/>
                </a:solidFill>
                <a:effectLst/>
                <a:uFillTx/>
                <a:latin typeface="Arial MT"/>
              </a:rPr>
              <a:t>gastronómico.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object 11"/>
          <p:cNvSpPr/>
          <p:nvPr/>
        </p:nvSpPr>
        <p:spPr>
          <a:xfrm>
            <a:off x="5536800" y="8483040"/>
            <a:ext cx="9009000" cy="2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105">
                <a:solidFill>
                  <a:srgbClr val="034867"/>
                </a:solidFill>
                <a:effectLst/>
                <a:uFillTx/>
                <a:latin typeface="Arial MT"/>
              </a:rPr>
              <a:t>"Mo</a:t>
            </a:r>
            <a:r>
              <a:rPr lang="en-US" sz="1800" b="0" u="none" strike="noStrike" spc="105">
                <a:solidFill>
                  <a:srgbClr val="013682"/>
                </a:solidFill>
                <a:effectLst/>
                <a:uFillTx/>
                <a:latin typeface="Arial MT"/>
              </a:rPr>
              <a:t>nit</a:t>
            </a:r>
            <a:r>
              <a:rPr lang="en-US" sz="1800" b="0" u="none" strike="noStrike" spc="-113">
                <a:solidFill>
                  <a:srgbClr val="01368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119">
                <a:solidFill>
                  <a:srgbClr val="05447B"/>
                </a:solidFill>
                <a:effectLst/>
                <a:uFillTx/>
                <a:latin typeface="Arial MT"/>
              </a:rPr>
              <a:t>o</a:t>
            </a:r>
            <a:r>
              <a:rPr lang="en-US" sz="1800" b="0" u="none" strike="noStrike" spc="119">
                <a:solidFill>
                  <a:srgbClr val="004880"/>
                </a:solidFill>
                <a:effectLst/>
                <a:uFillTx/>
                <a:latin typeface="Arial MT"/>
              </a:rPr>
              <a:t>reo</a:t>
            </a:r>
            <a:r>
              <a:rPr lang="en-US" sz="1800" b="0" u="none" strike="noStrike" spc="45">
                <a:solidFill>
                  <a:srgbClr val="004880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60">
                <a:solidFill>
                  <a:srgbClr val="014477"/>
                </a:solidFill>
                <a:effectLst/>
                <a:uFillTx/>
                <a:latin typeface="Arial MT"/>
              </a:rPr>
              <a:t>int</a:t>
            </a:r>
            <a:r>
              <a:rPr lang="en-US" sz="1800" b="0" u="none" strike="noStrike" spc="-54">
                <a:solidFill>
                  <a:srgbClr val="014477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105">
                <a:solidFill>
                  <a:srgbClr val="053460"/>
                </a:solidFill>
                <a:effectLst/>
                <a:uFillTx/>
                <a:latin typeface="Arial MT"/>
              </a:rPr>
              <a:t>eligent</a:t>
            </a:r>
            <a:r>
              <a:rPr lang="en-US" sz="1800" b="0" u="none" strike="noStrike" spc="-164">
                <a:solidFill>
                  <a:srgbClr val="053460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150">
                <a:solidFill>
                  <a:srgbClr val="0A3164"/>
                </a:solidFill>
                <a:effectLst/>
                <a:uFillTx/>
                <a:latin typeface="Arial MT"/>
              </a:rPr>
              <a:t>e</a:t>
            </a:r>
            <a:r>
              <a:rPr lang="en-US" sz="1800" b="0" u="none" strike="noStrike" spc="-156">
                <a:solidFill>
                  <a:srgbClr val="0A316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145">
                <a:solidFill>
                  <a:srgbClr val="034483"/>
                </a:solidFill>
                <a:effectLst/>
                <a:uFillTx/>
                <a:latin typeface="Arial MT"/>
              </a:rPr>
              <a:t>po</a:t>
            </a:r>
            <a:r>
              <a:rPr lang="en-US" sz="1800" b="0" u="none" strike="noStrike" spc="-329">
                <a:solidFill>
                  <a:srgbClr val="034483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113">
                <a:solidFill>
                  <a:srgbClr val="004480"/>
                </a:solidFill>
                <a:effectLst/>
                <a:uFillTx/>
                <a:latin typeface="Arial MT"/>
              </a:rPr>
              <a:t>ro</a:t>
            </a:r>
            <a:r>
              <a:rPr lang="en-US" sz="1800" b="0" u="none" strike="noStrike" spc="20">
                <a:solidFill>
                  <a:srgbClr val="004480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99">
                <a:solidFill>
                  <a:srgbClr val="08417E"/>
                </a:solidFill>
                <a:effectLst/>
                <a:uFillTx/>
                <a:latin typeface="Arial MT"/>
              </a:rPr>
              <a:t>lo</a:t>
            </a:r>
            <a:r>
              <a:rPr lang="en-US" sz="1800" b="0" u="none" strike="noStrike" spc="-14">
                <a:solidFill>
                  <a:srgbClr val="08417E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139">
                <a:solidFill>
                  <a:srgbClr val="163F6D"/>
                </a:solidFill>
                <a:effectLst/>
                <a:uFillTx/>
                <a:latin typeface="Arial MT"/>
              </a:rPr>
              <a:t>co</a:t>
            </a:r>
            <a:r>
              <a:rPr lang="en-US" sz="1800" b="0" u="none" strike="noStrike" spc="-326">
                <a:solidFill>
                  <a:srgbClr val="163F6D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113">
                <a:solidFill>
                  <a:srgbClr val="004283"/>
                </a:solidFill>
                <a:effectLst/>
                <a:uFillTx/>
                <a:latin typeface="Arial MT"/>
              </a:rPr>
              <a:t>nservoció</a:t>
            </a:r>
            <a:r>
              <a:rPr lang="en-US" sz="1800" b="0" u="none" strike="noStrike" spc="-264">
                <a:solidFill>
                  <a:srgbClr val="004283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139">
                <a:solidFill>
                  <a:srgbClr val="004283"/>
                </a:solidFill>
                <a:effectLst/>
                <a:uFillTx/>
                <a:latin typeface="Arial MT"/>
              </a:rPr>
              <a:t>n</a:t>
            </a:r>
            <a:r>
              <a:rPr lang="en-US" sz="1800" b="0" u="none" strike="noStrike" spc="-150">
                <a:solidFill>
                  <a:srgbClr val="004283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125">
                <a:solidFill>
                  <a:srgbClr val="0E3662"/>
                </a:solidFill>
                <a:effectLst/>
                <a:uFillTx/>
                <a:latin typeface="Arial MT"/>
              </a:rPr>
              <a:t>seg</a:t>
            </a:r>
            <a:r>
              <a:rPr lang="en-US" sz="1800" b="0" u="none" strike="noStrike" spc="125">
                <a:solidFill>
                  <a:srgbClr val="004490"/>
                </a:solidFill>
                <a:effectLst/>
                <a:uFillTx/>
                <a:latin typeface="Arial MT"/>
              </a:rPr>
              <a:t>ura</a:t>
            </a:r>
            <a:r>
              <a:rPr lang="en-US" sz="1800" b="0" u="none" strike="noStrike" spc="-40">
                <a:solidFill>
                  <a:srgbClr val="004490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125">
                <a:solidFill>
                  <a:srgbClr val="054283"/>
                </a:solidFill>
                <a:effectLst/>
                <a:uFillTx/>
                <a:latin typeface="Arial MT"/>
              </a:rPr>
              <a:t>y</a:t>
            </a:r>
            <a:r>
              <a:rPr lang="en-US" sz="1800" b="0" u="none" strike="noStrike" spc="-136">
                <a:solidFill>
                  <a:srgbClr val="054283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>
                <a:solidFill>
                  <a:srgbClr val="033B82"/>
                </a:solidFill>
                <a:effectLst/>
                <a:uFillTx/>
                <a:latin typeface="Arial MT"/>
              </a:rPr>
              <a:t>ef</a:t>
            </a:r>
            <a:r>
              <a:rPr lang="en-US" sz="1800" b="0" u="none" strike="noStrike" spc="-204">
                <a:solidFill>
                  <a:srgbClr val="033B82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105">
                <a:solidFill>
                  <a:srgbClr val="083B74"/>
                </a:solidFill>
                <a:effectLst/>
                <a:uFillTx/>
                <a:latin typeface="Arial MT"/>
              </a:rPr>
              <a:t>icient</a:t>
            </a:r>
            <a:r>
              <a:rPr lang="en-US" sz="1800" b="0" u="none" strike="noStrike" spc="-181">
                <a:solidFill>
                  <a:srgbClr val="083B74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159">
                <a:solidFill>
                  <a:srgbClr val="0C336B"/>
                </a:solidFill>
                <a:effectLst/>
                <a:uFillTx/>
                <a:latin typeface="Arial MT"/>
              </a:rPr>
              <a:t>e</a:t>
            </a:r>
            <a:r>
              <a:rPr lang="en-US" sz="1800" b="0" u="none" strike="noStrike" spc="-170">
                <a:solidFill>
                  <a:srgbClr val="0C336B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156">
                <a:solidFill>
                  <a:srgbClr val="074685"/>
                </a:solidFill>
                <a:effectLst/>
                <a:uFillTx/>
                <a:latin typeface="Arial MT"/>
              </a:rPr>
              <a:t>de</a:t>
            </a:r>
            <a:r>
              <a:rPr lang="en-US" sz="1800" b="0" u="none" strike="noStrike" spc="-96">
                <a:solidFill>
                  <a:srgbClr val="074685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125">
                <a:solidFill>
                  <a:srgbClr val="003F80"/>
                </a:solidFill>
                <a:effectLst/>
                <a:uFillTx/>
                <a:latin typeface="Arial MT"/>
              </a:rPr>
              <a:t>o</a:t>
            </a:r>
            <a:r>
              <a:rPr lang="en-US" sz="1800" b="0" u="none" strike="noStrike" spc="125">
                <a:solidFill>
                  <a:srgbClr val="084279"/>
                </a:solidFill>
                <a:effectLst/>
                <a:uFillTx/>
                <a:latin typeface="Arial MT"/>
              </a:rPr>
              <a:t>liment</a:t>
            </a:r>
            <a:r>
              <a:rPr lang="en-US" sz="1800" b="0" u="none" strike="noStrike" spc="-159">
                <a:solidFill>
                  <a:srgbClr val="084279"/>
                </a:solidFill>
                <a:effectLst/>
                <a:uFillTx/>
                <a:latin typeface="Arial MT"/>
              </a:rPr>
              <a:t> </a:t>
            </a:r>
            <a:r>
              <a:rPr lang="en-US" sz="1800" b="0" u="none" strike="noStrike" spc="40">
                <a:solidFill>
                  <a:srgbClr val="05447B"/>
                </a:solidFill>
                <a:effectLst/>
                <a:uFillTx/>
                <a:latin typeface="Arial MT"/>
              </a:rPr>
              <a:t>os."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1849</Words>
  <Application>Microsoft Office PowerPoint</Application>
  <PresentationFormat>Personalizado</PresentationFormat>
  <Paragraphs>182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3" baseType="lpstr">
      <vt:lpstr>Arial</vt:lpstr>
      <vt:lpstr>Arial MT</vt:lpstr>
      <vt:lpstr>Calibri</vt:lpstr>
      <vt:lpstr>Consolas</vt:lpstr>
      <vt:lpstr>Symbol</vt:lpstr>
      <vt:lpstr>Times New Roman</vt:lpstr>
      <vt:lpstr>Wingdings</vt:lpstr>
      <vt:lpstr>Office Theme</vt:lpstr>
      <vt:lpstr>Presentación de PowerPoint</vt:lpstr>
      <vt:lpstr>Contexto y problematica en entornos Gastronómicos</vt:lpstr>
      <vt:lpstr>Objetivos Académicos y Técnicos</vt:lpstr>
      <vt:lpstr>Solución Propuesta: Sistema Multizona Integrado</vt:lpstr>
      <vt:lpstr>Arquitectura General de computadoras</vt:lpstr>
      <vt:lpstr>Componentes Seleccionados y Justificación</vt:lpstr>
      <vt:lpstr>Cerebro del Sistema: MCU AtMega2560</vt:lpstr>
      <vt:lpstr>Diseño de la Maquina de Estados Finitos </vt:lpstr>
      <vt:lpstr>Temporización Precisa sin Interrupciones</vt:lpstr>
      <vt:lpstr>Protocolos de Comunicación Soportados</vt:lpstr>
      <vt:lpstr>Asignación de Pines e Interconexiones</vt:lpstr>
      <vt:lpstr>Manejo de Datos y Métricas de Calidad</vt:lpstr>
      <vt:lpstr>Simulador Wowki</vt:lpstr>
      <vt:lpstr>Resultados Obtenidos en lo Demostración</vt:lpstr>
      <vt:lpstr>Conclusiones Generales y Escalabilidad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UNFV</cp:lastModifiedBy>
  <cp:revision>7</cp:revision>
  <dcterms:created xsi:type="dcterms:W3CDTF">2026-06-01T22:44:50Z</dcterms:created>
  <dcterms:modified xsi:type="dcterms:W3CDTF">2026-06-02T01:27:02Z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2026-06-01T00:00:00Z</vt:filetime>
  </property>
  <property fmtid="{D5CDD505-2E9C-101B-9397-08002B2CF9AE}" pid="4" name="LastSaved">
    <vt:filetime>2026-06-01T00:00:00Z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Pdftools SDK</vt:lpwstr>
  </property>
</Properties>
</file>